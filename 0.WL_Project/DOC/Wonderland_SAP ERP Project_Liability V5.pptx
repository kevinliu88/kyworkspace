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18"/>
    <p:sldMasterId id="2147484729" r:id="rId19"/>
  </p:sldMasterIdLst>
  <p:notesMasterIdLst>
    <p:notesMasterId r:id="rId30"/>
  </p:notesMasterIdLst>
  <p:handoutMasterIdLst>
    <p:handoutMasterId r:id="rId31"/>
  </p:handoutMasterIdLst>
  <p:sldIdLst>
    <p:sldId id="2147471885" r:id="rId20"/>
    <p:sldId id="2147471944" r:id="rId21"/>
    <p:sldId id="2147471942" r:id="rId22"/>
    <p:sldId id="2147471930" r:id="rId23"/>
    <p:sldId id="2147471943" r:id="rId24"/>
    <p:sldId id="2147471947" r:id="rId25"/>
    <p:sldId id="2147471948" r:id="rId26"/>
    <p:sldId id="2147471946" r:id="rId27"/>
    <p:sldId id="2147471945" r:id="rId28"/>
    <p:sldId id="2147471910" r:id="rId29"/>
  </p:sldIdLst>
  <p:sldSz cx="12195175" cy="6858000"/>
  <p:notesSz cx="6858000" cy="9144000"/>
  <p:custDataLst>
    <p:tags r:id="rId32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F908A0C-6D05-4154-982B-A6A563ACE0BA}">
          <p14:sldIdLst>
            <p14:sldId id="2147471885"/>
            <p14:sldId id="2147471944"/>
            <p14:sldId id="2147471942"/>
            <p14:sldId id="2147471930"/>
            <p14:sldId id="2147471943"/>
            <p14:sldId id="2147471947"/>
            <p14:sldId id="2147471948"/>
            <p14:sldId id="2147471946"/>
            <p14:sldId id="2147471945"/>
            <p14:sldId id="2147471910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913" userDrawn="1">
          <p15:clr>
            <a:srgbClr val="A4A3A4"/>
          </p15:clr>
        </p15:guide>
        <p15:guide id="5" pos="409" userDrawn="1">
          <p15:clr>
            <a:srgbClr val="A4A3A4"/>
          </p15:clr>
        </p15:guide>
        <p15:guide id="6" orient="horz" pos="2387" userDrawn="1">
          <p15:clr>
            <a:srgbClr val="A4A3A4"/>
          </p15:clr>
        </p15:guide>
        <p15:guide id="7" orient="horz" pos="34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D6204-A137-63A7-CD9F-6075F6DB5934}" name="Meng Chen Li" initials="ML" userId="bo6SnMSavgsBukc1y8QIPmRyf6SNdXjS/iO7HYG07Wk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C2DFBC"/>
    <a:srgbClr val="FFF6E0"/>
    <a:srgbClr val="FFF3D5"/>
    <a:srgbClr val="E3F6FF"/>
    <a:srgbClr val="CC6600"/>
    <a:srgbClr val="FF9933"/>
    <a:srgbClr val="FF9966"/>
    <a:srgbClr val="0000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9E5D6-FD34-4154-9FB0-44F5B4FECB2D}" v="416" dt="2026-05-22T07:48:41.787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56" autoAdjust="0"/>
  </p:normalViewPr>
  <p:slideViewPr>
    <p:cSldViewPr snapToGrid="0">
      <p:cViewPr varScale="1">
        <p:scale>
          <a:sx n="70" d="100"/>
          <a:sy n="70" d="100"/>
        </p:scale>
        <p:origin x="440" y="68"/>
      </p:cViewPr>
      <p:guideLst>
        <p:guide orient="horz" pos="913"/>
        <p:guide pos="409"/>
        <p:guide orient="horz" pos="2387"/>
        <p:guide orient="horz" pos="343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Master" Target="slideMasters/slideMaster1.xml"/><Relationship Id="rId26" Type="http://schemas.openxmlformats.org/officeDocument/2006/relationships/slide" Target="slides/slide7.xml"/><Relationship Id="rId39" Type="http://schemas.microsoft.com/office/2018/10/relationships/authors" Target="authors.xml"/><Relationship Id="rId21" Type="http://schemas.openxmlformats.org/officeDocument/2006/relationships/slide" Target="slides/slide2.xml"/><Relationship Id="rId34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6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slide" Target="slides/slide1.xml"/><Relationship Id="rId29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5.xml"/><Relationship Id="rId32" Type="http://schemas.openxmlformats.org/officeDocument/2006/relationships/tags" Target="tags/tag1.xml"/><Relationship Id="rId37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36" Type="http://schemas.openxmlformats.org/officeDocument/2006/relationships/tableStyles" Target="tableStyles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2.xml"/><Relationship Id="rId31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es Chen" userId="S::miles.chen@wonderland.com.tw::72d76a9c-527f-4adb-9bb5-895b0eda2390" providerId="AD" clId="Web-{7BDE8A27-69F4-41ED-8974-41BA4D193225}"/>
    <pc:docChg chg="delSld modSld modSection">
      <pc:chgData name="Miles Chen" userId="S::miles.chen@wonderland.com.tw::72d76a9c-527f-4adb-9bb5-895b0eda2390" providerId="AD" clId="Web-{7BDE8A27-69F4-41ED-8974-41BA4D193225}" dt="2026-05-06T05:22:20.655" v="89"/>
      <pc:docMkLst>
        <pc:docMk/>
      </pc:docMkLst>
      <pc:sldChg chg="addSp delSp modSp mod modClrScheme chgLayout">
        <pc:chgData name="Miles Chen" userId="S::miles.chen@wonderland.com.tw::72d76a9c-527f-4adb-9bb5-895b0eda2390" providerId="AD" clId="Web-{7BDE8A27-69F4-41ED-8974-41BA4D193225}" dt="2026-05-06T05:22:20.655" v="89"/>
        <pc:sldMkLst>
          <pc:docMk/>
          <pc:sldMk cId="336208626" sldId="2147471944"/>
        </pc:sldMkLst>
        <pc:spChg chg="mod ord">
          <ac:chgData name="Miles Chen" userId="S::miles.chen@wonderland.com.tw::72d76a9c-527f-4adb-9bb5-895b0eda2390" providerId="AD" clId="Web-{7BDE8A27-69F4-41ED-8974-41BA4D193225}" dt="2026-05-06T05:22:20.655" v="89"/>
          <ac:spMkLst>
            <pc:docMk/>
            <pc:sldMk cId="336208626" sldId="2147471944"/>
            <ac:spMk id="2" creationId="{8EE92D82-23C4-10AF-E89B-94855F3CD038}"/>
          </ac:spMkLst>
        </pc:spChg>
        <pc:spChg chg="add mod">
          <ac:chgData name="Miles Chen" userId="S::miles.chen@wonderland.com.tw::72d76a9c-527f-4adb-9bb5-895b0eda2390" providerId="AD" clId="Web-{7BDE8A27-69F4-41ED-8974-41BA4D193225}" dt="2026-05-06T05:22:00.092" v="85" actId="1076"/>
          <ac:spMkLst>
            <pc:docMk/>
            <pc:sldMk cId="336208626" sldId="2147471944"/>
            <ac:spMk id="5" creationId="{56428E5A-2ED8-3C3D-1A8C-D30B65EFA680}"/>
          </ac:spMkLst>
        </pc:spChg>
        <pc:spChg chg="add mod">
          <ac:chgData name="Miles Chen" userId="S::miles.chen@wonderland.com.tw::72d76a9c-527f-4adb-9bb5-895b0eda2390" providerId="AD" clId="Web-{7BDE8A27-69F4-41ED-8974-41BA4D193225}" dt="2026-05-06T05:21:56.201" v="84" actId="1076"/>
          <ac:spMkLst>
            <pc:docMk/>
            <pc:sldMk cId="336208626" sldId="2147471944"/>
            <ac:spMk id="10" creationId="{BE9F70B7-04F1-81E4-9BAE-BAA6560A4FCD}"/>
          </ac:spMkLst>
        </pc:spChg>
        <pc:graphicFrameChg chg="mod">
          <ac:chgData name="Miles Chen" userId="S::miles.chen@wonderland.com.tw::72d76a9c-527f-4adb-9bb5-895b0eda2390" providerId="AD" clId="Web-{7BDE8A27-69F4-41ED-8974-41BA4D193225}" dt="2026-05-06T05:21:09.357" v="63" actId="1076"/>
          <ac:graphicFrameMkLst>
            <pc:docMk/>
            <pc:sldMk cId="336208626" sldId="2147471944"/>
            <ac:graphicFrameMk id="3" creationId="{931866F3-539D-5B74-479A-BFFFDC9FCA1F}"/>
          </ac:graphicFrameMkLst>
        </pc:graphicFrameChg>
        <pc:graphicFrameChg chg="add mod modGraphic">
          <ac:chgData name="Miles Chen" userId="S::miles.chen@wonderland.com.tw::72d76a9c-527f-4adb-9bb5-895b0eda2390" providerId="AD" clId="Web-{7BDE8A27-69F4-41ED-8974-41BA4D193225}" dt="2026-05-06T05:21:10.341" v="72"/>
          <ac:graphicFrameMkLst>
            <pc:docMk/>
            <pc:sldMk cId="336208626" sldId="2147471944"/>
            <ac:graphicFrameMk id="7" creationId="{E9429C05-8840-6451-C6CF-DD6CCC4B494F}"/>
          </ac:graphicFrameMkLst>
        </pc:graphicFrameChg>
      </pc:sldChg>
    </pc:docChg>
  </pc:docChgLst>
  <pc:docChgLst>
    <pc:chgData name="Miles Chen" userId="72d76a9c-527f-4adb-9bb5-895b0eda2390" providerId="ADAL" clId="{E745965A-2BF1-4EAA-A98D-83B927AFA3EE}"/>
    <pc:docChg chg="custSel modSld sldOrd">
      <pc:chgData name="Miles Chen" userId="72d76a9c-527f-4adb-9bb5-895b0eda2390" providerId="ADAL" clId="{E745965A-2BF1-4EAA-A98D-83B927AFA3EE}" dt="2026-05-06T06:26:52.530" v="973" actId="20577"/>
      <pc:docMkLst>
        <pc:docMk/>
      </pc:docMkLst>
      <pc:sldChg chg="modSp mod ord">
        <pc:chgData name="Miles Chen" userId="72d76a9c-527f-4adb-9bb5-895b0eda2390" providerId="ADAL" clId="{E745965A-2BF1-4EAA-A98D-83B927AFA3EE}" dt="2026-05-06T05:29:12.686" v="341"/>
        <pc:sldMkLst>
          <pc:docMk/>
          <pc:sldMk cId="3382155134" sldId="2147471930"/>
        </pc:sldMkLst>
        <pc:spChg chg="mod">
          <ac:chgData name="Miles Chen" userId="72d76a9c-527f-4adb-9bb5-895b0eda2390" providerId="ADAL" clId="{E745965A-2BF1-4EAA-A98D-83B927AFA3EE}" dt="2026-05-06T05:29:09.540" v="339" actId="207"/>
          <ac:spMkLst>
            <pc:docMk/>
            <pc:sldMk cId="3382155134" sldId="2147471930"/>
            <ac:spMk id="2" creationId="{35818713-7678-057A-F523-8FAEB116A118}"/>
          </ac:spMkLst>
        </pc:spChg>
      </pc:sldChg>
      <pc:sldChg chg="addSp modSp mod chgLayout">
        <pc:chgData name="Miles Chen" userId="72d76a9c-527f-4adb-9bb5-895b0eda2390" providerId="ADAL" clId="{E745965A-2BF1-4EAA-A98D-83B927AFA3EE}" dt="2026-05-06T06:21:37.876" v="900" actId="14100"/>
        <pc:sldMkLst>
          <pc:docMk/>
          <pc:sldMk cId="226097240" sldId="2147471942"/>
        </pc:sldMkLst>
        <pc:spChg chg="mod ord">
          <ac:chgData name="Miles Chen" userId="72d76a9c-527f-4adb-9bb5-895b0eda2390" providerId="ADAL" clId="{E745965A-2BF1-4EAA-A98D-83B927AFA3EE}" dt="2026-05-06T05:26:19.008" v="191" actId="700"/>
          <ac:spMkLst>
            <pc:docMk/>
            <pc:sldMk cId="226097240" sldId="2147471942"/>
            <ac:spMk id="2" creationId="{AB12B456-DA36-8CAA-14B4-A99942502928}"/>
          </ac:spMkLst>
        </pc:spChg>
        <pc:spChg chg="mod">
          <ac:chgData name="Miles Chen" userId="72d76a9c-527f-4adb-9bb5-895b0eda2390" providerId="ADAL" clId="{E745965A-2BF1-4EAA-A98D-83B927AFA3EE}" dt="2026-05-06T05:26:44.959" v="192" actId="1582"/>
          <ac:spMkLst>
            <pc:docMk/>
            <pc:sldMk cId="226097240" sldId="2147471942"/>
            <ac:spMk id="6" creationId="{24E6C941-BB45-149E-DFB9-55BDCE4AC206}"/>
          </ac:spMkLst>
        </pc:spChg>
        <pc:spChg chg="mod">
          <ac:chgData name="Miles Chen" userId="72d76a9c-527f-4adb-9bb5-895b0eda2390" providerId="ADAL" clId="{E745965A-2BF1-4EAA-A98D-83B927AFA3EE}" dt="2026-05-06T05:26:44.959" v="192" actId="1582"/>
          <ac:spMkLst>
            <pc:docMk/>
            <pc:sldMk cId="226097240" sldId="2147471942"/>
            <ac:spMk id="7" creationId="{172D6BAA-14EE-8CCC-0AE5-A1B46668372C}"/>
          </ac:spMkLst>
        </pc:spChg>
        <pc:spChg chg="mod">
          <ac:chgData name="Miles Chen" userId="72d76a9c-527f-4adb-9bb5-895b0eda2390" providerId="ADAL" clId="{E745965A-2BF1-4EAA-A98D-83B927AFA3EE}" dt="2026-05-06T05:26:44.959" v="192" actId="1582"/>
          <ac:spMkLst>
            <pc:docMk/>
            <pc:sldMk cId="226097240" sldId="2147471942"/>
            <ac:spMk id="12" creationId="{32D5B190-37C3-E80B-C96B-0FD3028592E6}"/>
          </ac:spMkLst>
        </pc:spChg>
        <pc:spChg chg="mod">
          <ac:chgData name="Miles Chen" userId="72d76a9c-527f-4adb-9bb5-895b0eda2390" providerId="ADAL" clId="{E745965A-2BF1-4EAA-A98D-83B927AFA3EE}" dt="2026-05-06T06:20:11.284" v="892" actId="1582"/>
          <ac:spMkLst>
            <pc:docMk/>
            <pc:sldMk cId="226097240" sldId="2147471942"/>
            <ac:spMk id="13" creationId="{52E37111-C183-8E93-F440-AF8D08E8094C}"/>
          </ac:spMkLst>
        </pc:spChg>
        <pc:spChg chg="mod">
          <ac:chgData name="Miles Chen" userId="72d76a9c-527f-4adb-9bb5-895b0eda2390" providerId="ADAL" clId="{E745965A-2BF1-4EAA-A98D-83B927AFA3EE}" dt="2026-05-06T05:26:59.540" v="193" actId="1582"/>
          <ac:spMkLst>
            <pc:docMk/>
            <pc:sldMk cId="226097240" sldId="2147471942"/>
            <ac:spMk id="14" creationId="{1E20D8A9-C272-7F45-50FC-47A82FE1906E}"/>
          </ac:spMkLst>
        </pc:spChg>
        <pc:spChg chg="mod">
          <ac:chgData name="Miles Chen" userId="72d76a9c-527f-4adb-9bb5-895b0eda2390" providerId="ADAL" clId="{E745965A-2BF1-4EAA-A98D-83B927AFA3EE}" dt="2026-05-06T05:26:59.540" v="193" actId="1582"/>
          <ac:spMkLst>
            <pc:docMk/>
            <pc:sldMk cId="226097240" sldId="2147471942"/>
            <ac:spMk id="17" creationId="{EC508F43-4E02-5CB7-0D65-1B93A06722C7}"/>
          </ac:spMkLst>
        </pc:spChg>
        <pc:spChg chg="mod">
          <ac:chgData name="Miles Chen" userId="72d76a9c-527f-4adb-9bb5-895b0eda2390" providerId="ADAL" clId="{E745965A-2BF1-4EAA-A98D-83B927AFA3EE}" dt="2026-05-06T05:26:59.540" v="193" actId="1582"/>
          <ac:spMkLst>
            <pc:docMk/>
            <pc:sldMk cId="226097240" sldId="2147471942"/>
            <ac:spMk id="18" creationId="{185BF8CF-467C-2858-2C2B-210FE86EBB4B}"/>
          </ac:spMkLst>
        </pc:spChg>
        <pc:spChg chg="mod">
          <ac:chgData name="Miles Chen" userId="72d76a9c-527f-4adb-9bb5-895b0eda2390" providerId="ADAL" clId="{E745965A-2BF1-4EAA-A98D-83B927AFA3EE}" dt="2026-05-06T05:26:59.540" v="193" actId="1582"/>
          <ac:spMkLst>
            <pc:docMk/>
            <pc:sldMk cId="226097240" sldId="2147471942"/>
            <ac:spMk id="33" creationId="{FA9F76D3-DCB3-9F76-4C9B-AE5C4D558CD9}"/>
          </ac:spMkLst>
        </pc:spChg>
        <pc:spChg chg="mod">
          <ac:chgData name="Miles Chen" userId="72d76a9c-527f-4adb-9bb5-895b0eda2390" providerId="ADAL" clId="{E745965A-2BF1-4EAA-A98D-83B927AFA3EE}" dt="2026-05-06T05:26:59.540" v="193" actId="1582"/>
          <ac:spMkLst>
            <pc:docMk/>
            <pc:sldMk cId="226097240" sldId="2147471942"/>
            <ac:spMk id="34" creationId="{DEA2F3D8-C69E-ACDC-1992-A4BA0B68EAD8}"/>
          </ac:spMkLst>
        </pc:spChg>
        <pc:spChg chg="mod">
          <ac:chgData name="Miles Chen" userId="72d76a9c-527f-4adb-9bb5-895b0eda2390" providerId="ADAL" clId="{E745965A-2BF1-4EAA-A98D-83B927AFA3EE}" dt="2026-05-06T05:26:44.959" v="192" actId="1582"/>
          <ac:spMkLst>
            <pc:docMk/>
            <pc:sldMk cId="226097240" sldId="2147471942"/>
            <ac:spMk id="35" creationId="{CC200375-9A45-1DF8-687D-924F8951B8B7}"/>
          </ac:spMkLst>
        </pc:spChg>
        <pc:spChg chg="mod">
          <ac:chgData name="Miles Chen" userId="72d76a9c-527f-4adb-9bb5-895b0eda2390" providerId="ADAL" clId="{E745965A-2BF1-4EAA-A98D-83B927AFA3EE}" dt="2026-05-06T05:26:09.701" v="190" actId="1038"/>
          <ac:spMkLst>
            <pc:docMk/>
            <pc:sldMk cId="226097240" sldId="2147471942"/>
            <ac:spMk id="43" creationId="{7F40EF3D-A208-8EEA-BCA0-DAB28D6BD927}"/>
          </ac:spMkLst>
        </pc:spChg>
        <pc:spChg chg="mod">
          <ac:chgData name="Miles Chen" userId="72d76a9c-527f-4adb-9bb5-895b0eda2390" providerId="ADAL" clId="{E745965A-2BF1-4EAA-A98D-83B927AFA3EE}" dt="2026-05-06T05:24:59.377" v="126" actId="555"/>
          <ac:spMkLst>
            <pc:docMk/>
            <pc:sldMk cId="226097240" sldId="2147471942"/>
            <ac:spMk id="45" creationId="{62034558-402D-BF00-60CC-84EF30B9B020}"/>
          </ac:spMkLst>
        </pc:spChg>
        <pc:spChg chg="mod">
          <ac:chgData name="Miles Chen" userId="72d76a9c-527f-4adb-9bb5-895b0eda2390" providerId="ADAL" clId="{E745965A-2BF1-4EAA-A98D-83B927AFA3EE}" dt="2026-05-06T05:24:59.377" v="126" actId="555"/>
          <ac:spMkLst>
            <pc:docMk/>
            <pc:sldMk cId="226097240" sldId="2147471942"/>
            <ac:spMk id="46" creationId="{E6A61DF1-3F41-E089-80D1-70EF4A294848}"/>
          </ac:spMkLst>
        </pc:spChg>
        <pc:spChg chg="mod">
          <ac:chgData name="Miles Chen" userId="72d76a9c-527f-4adb-9bb5-895b0eda2390" providerId="ADAL" clId="{E745965A-2BF1-4EAA-A98D-83B927AFA3EE}" dt="2026-05-06T05:26:59.540" v="193" actId="1582"/>
          <ac:spMkLst>
            <pc:docMk/>
            <pc:sldMk cId="226097240" sldId="2147471942"/>
            <ac:spMk id="51" creationId="{C4E4894C-ECED-8AD9-0C4B-B6F77307EA79}"/>
          </ac:spMkLst>
        </pc:spChg>
        <pc:spChg chg="mod">
          <ac:chgData name="Miles Chen" userId="72d76a9c-527f-4adb-9bb5-895b0eda2390" providerId="ADAL" clId="{E745965A-2BF1-4EAA-A98D-83B927AFA3EE}" dt="2026-05-06T05:41:41.470" v="843" actId="20577"/>
          <ac:spMkLst>
            <pc:docMk/>
            <pc:sldMk cId="226097240" sldId="2147471942"/>
            <ac:spMk id="62" creationId="{4E200359-7143-6B7E-ECB3-82431116CAE0}"/>
          </ac:spMkLst>
        </pc:spChg>
        <pc:spChg chg="mod">
          <ac:chgData name="Miles Chen" userId="72d76a9c-527f-4adb-9bb5-895b0eda2390" providerId="ADAL" clId="{E745965A-2BF1-4EAA-A98D-83B927AFA3EE}" dt="2026-05-06T05:26:09.701" v="190" actId="1038"/>
          <ac:spMkLst>
            <pc:docMk/>
            <pc:sldMk cId="226097240" sldId="2147471942"/>
            <ac:spMk id="142" creationId="{4285A419-D12E-9FD9-F53D-D7D0243C8DC3}"/>
          </ac:spMkLst>
        </pc:spChg>
        <pc:spChg chg="mod">
          <ac:chgData name="Miles Chen" userId="72d76a9c-527f-4adb-9bb5-895b0eda2390" providerId="ADAL" clId="{E745965A-2BF1-4EAA-A98D-83B927AFA3EE}" dt="2026-05-06T05:26:09.701" v="190" actId="1038"/>
          <ac:spMkLst>
            <pc:docMk/>
            <pc:sldMk cId="226097240" sldId="2147471942"/>
            <ac:spMk id="143" creationId="{15365765-99D0-ABCE-11AA-4A34DC2EED78}"/>
          </ac:spMkLst>
        </pc:spChg>
        <pc:spChg chg="mod">
          <ac:chgData name="Miles Chen" userId="72d76a9c-527f-4adb-9bb5-895b0eda2390" providerId="ADAL" clId="{E745965A-2BF1-4EAA-A98D-83B927AFA3EE}" dt="2026-05-06T05:26:59.540" v="193" actId="1582"/>
          <ac:spMkLst>
            <pc:docMk/>
            <pc:sldMk cId="226097240" sldId="2147471942"/>
            <ac:spMk id="179" creationId="{4B72AC8D-0734-45D6-ADC2-53611E91D21A}"/>
          </ac:spMkLst>
        </pc:spChg>
        <pc:spChg chg="mod">
          <ac:chgData name="Miles Chen" userId="72d76a9c-527f-4adb-9bb5-895b0eda2390" providerId="ADAL" clId="{E745965A-2BF1-4EAA-A98D-83B927AFA3EE}" dt="2026-05-06T06:20:11.284" v="892" actId="1582"/>
          <ac:spMkLst>
            <pc:docMk/>
            <pc:sldMk cId="226097240" sldId="2147471942"/>
            <ac:spMk id="193" creationId="{7CE05666-FE75-ABFA-4868-9BBC2A983934}"/>
          </ac:spMkLst>
        </pc:spChg>
        <pc:cxnChg chg="add mod">
          <ac:chgData name="Miles Chen" userId="72d76a9c-527f-4adb-9bb5-895b0eda2390" providerId="ADAL" clId="{E745965A-2BF1-4EAA-A98D-83B927AFA3EE}" dt="2026-05-06T06:21:37.876" v="900" actId="14100"/>
          <ac:cxnSpMkLst>
            <pc:docMk/>
            <pc:sldMk cId="226097240" sldId="2147471942"/>
            <ac:cxnSpMk id="48" creationId="{9F9E2D77-7B3A-2992-54A5-B9A33E2C768B}"/>
          </ac:cxnSpMkLst>
        </pc:cxnChg>
      </pc:sldChg>
      <pc:sldChg chg="modSp mod">
        <pc:chgData name="Miles Chen" userId="72d76a9c-527f-4adb-9bb5-895b0eda2390" providerId="ADAL" clId="{E745965A-2BF1-4EAA-A98D-83B927AFA3EE}" dt="2026-05-06T05:29:23.952" v="343"/>
        <pc:sldMkLst>
          <pc:docMk/>
          <pc:sldMk cId="3327207823" sldId="2147471943"/>
        </pc:sldMkLst>
        <pc:spChg chg="mod">
          <ac:chgData name="Miles Chen" userId="72d76a9c-527f-4adb-9bb5-895b0eda2390" providerId="ADAL" clId="{E745965A-2BF1-4EAA-A98D-83B927AFA3EE}" dt="2026-05-06T05:29:23.952" v="343"/>
          <ac:spMkLst>
            <pc:docMk/>
            <pc:sldMk cId="3327207823" sldId="2147471943"/>
            <ac:spMk id="2" creationId="{D02C3BAE-5486-C0BF-C7D2-F7EA0FAE64A4}"/>
          </ac:spMkLst>
        </pc:spChg>
      </pc:sldChg>
      <pc:sldChg chg="addSp delSp modSp mod chgLayout">
        <pc:chgData name="Miles Chen" userId="72d76a9c-527f-4adb-9bb5-895b0eda2390" providerId="ADAL" clId="{E745965A-2BF1-4EAA-A98D-83B927AFA3EE}" dt="2026-05-06T06:26:52.530" v="973" actId="20577"/>
        <pc:sldMkLst>
          <pc:docMk/>
          <pc:sldMk cId="336208626" sldId="2147471944"/>
        </pc:sldMkLst>
        <pc:spChg chg="mod ord">
          <ac:chgData name="Miles Chen" userId="72d76a9c-527f-4adb-9bb5-895b0eda2390" providerId="ADAL" clId="{E745965A-2BF1-4EAA-A98D-83B927AFA3EE}" dt="2026-05-06T05:40:51.166" v="829" actId="20577"/>
          <ac:spMkLst>
            <pc:docMk/>
            <pc:sldMk cId="336208626" sldId="2147471944"/>
            <ac:spMk id="2" creationId="{8EE92D82-23C4-10AF-E89B-94855F3CD038}"/>
          </ac:spMkLst>
        </pc:spChg>
        <pc:spChg chg="add mod">
          <ac:chgData name="Miles Chen" userId="72d76a9c-527f-4adb-9bb5-895b0eda2390" providerId="ADAL" clId="{E745965A-2BF1-4EAA-A98D-83B927AFA3EE}" dt="2026-05-06T05:48:50.099" v="890" actId="20577"/>
          <ac:spMkLst>
            <pc:docMk/>
            <pc:sldMk cId="336208626" sldId="2147471944"/>
            <ac:spMk id="4" creationId="{AF396FD4-848F-52D6-D924-E3CA53A1C78F}"/>
          </ac:spMkLst>
        </pc:spChg>
        <pc:spChg chg="mod">
          <ac:chgData name="Miles Chen" userId="72d76a9c-527f-4adb-9bb5-895b0eda2390" providerId="ADAL" clId="{E745965A-2BF1-4EAA-A98D-83B927AFA3EE}" dt="2026-05-06T05:46:37.810" v="860" actId="20577"/>
          <ac:spMkLst>
            <pc:docMk/>
            <pc:sldMk cId="336208626" sldId="2147471944"/>
            <ac:spMk id="5" creationId="{56428E5A-2ED8-3C3D-1A8C-D30B65EFA680}"/>
          </ac:spMkLst>
        </pc:spChg>
        <pc:spChg chg="mod">
          <ac:chgData name="Miles Chen" userId="72d76a9c-527f-4adb-9bb5-895b0eda2390" providerId="ADAL" clId="{E745965A-2BF1-4EAA-A98D-83B927AFA3EE}" dt="2026-05-06T05:38:11.876" v="624" actId="552"/>
          <ac:spMkLst>
            <pc:docMk/>
            <pc:sldMk cId="336208626" sldId="2147471944"/>
            <ac:spMk id="10" creationId="{BE9F70B7-04F1-81E4-9BAE-BAA6560A4FCD}"/>
          </ac:spMkLst>
        </pc:spChg>
        <pc:graphicFrameChg chg="mod modGraphic">
          <ac:chgData name="Miles Chen" userId="72d76a9c-527f-4adb-9bb5-895b0eda2390" providerId="ADAL" clId="{E745965A-2BF1-4EAA-A98D-83B927AFA3EE}" dt="2026-05-06T06:26:52.530" v="973" actId="20577"/>
          <ac:graphicFrameMkLst>
            <pc:docMk/>
            <pc:sldMk cId="336208626" sldId="2147471944"/>
            <ac:graphicFrameMk id="3" creationId="{931866F3-539D-5B74-479A-BFFFDC9FCA1F}"/>
          </ac:graphicFrameMkLst>
        </pc:graphicFrameChg>
        <pc:graphicFrameChg chg="mod modGraphic">
          <ac:chgData name="Miles Chen" userId="72d76a9c-527f-4adb-9bb5-895b0eda2390" providerId="ADAL" clId="{E745965A-2BF1-4EAA-A98D-83B927AFA3EE}" dt="2026-05-06T05:38:33.762" v="646" actId="1035"/>
          <ac:graphicFrameMkLst>
            <pc:docMk/>
            <pc:sldMk cId="336208626" sldId="2147471944"/>
            <ac:graphicFrameMk id="7" creationId="{E9429C05-8840-6451-C6CF-DD6CCC4B494F}"/>
          </ac:graphicFrameMkLst>
        </pc:graphicFrameChg>
      </pc:sldChg>
    </pc:docChg>
  </pc:docChgLst>
  <pc:docChgLst>
    <pc:chgData name="Carol Lu" userId="700d71c4-60d7-4e7a-acb4-5fbf50c4028f" providerId="ADAL" clId="{DD877BBC-D7D0-4B11-9FB5-E27AC648B5DF}"/>
    <pc:docChg chg="undo custSel addSld delSld modSld sldOrd modSection">
      <pc:chgData name="Carol Lu" userId="700d71c4-60d7-4e7a-acb4-5fbf50c4028f" providerId="ADAL" clId="{DD877BBC-D7D0-4B11-9FB5-E27AC648B5DF}" dt="2026-05-13T07:38:39.322" v="1111" actId="20577"/>
      <pc:docMkLst>
        <pc:docMk/>
      </pc:docMkLst>
      <pc:sldChg chg="addSp delSp modSp mod">
        <pc:chgData name="Carol Lu" userId="700d71c4-60d7-4e7a-acb4-5fbf50c4028f" providerId="ADAL" clId="{DD877BBC-D7D0-4B11-9FB5-E27AC648B5DF}" dt="2026-05-06T01:48:56.563" v="645" actId="22"/>
        <pc:sldMkLst>
          <pc:docMk/>
          <pc:sldMk cId="4064218347" sldId="2147471885"/>
        </pc:sldMkLst>
        <pc:spChg chg="mod">
          <ac:chgData name="Carol Lu" userId="700d71c4-60d7-4e7a-acb4-5fbf50c4028f" providerId="ADAL" clId="{DD877BBC-D7D0-4B11-9FB5-E27AC648B5DF}" dt="2026-05-06T01:24:23.590" v="638" actId="20577"/>
          <ac:spMkLst>
            <pc:docMk/>
            <pc:sldMk cId="4064218347" sldId="2147471885"/>
            <ac:spMk id="5" creationId="{2C618435-6EFC-0EA1-6EA9-2EF1143CBDEC}"/>
          </ac:spMkLst>
        </pc:spChg>
      </pc:sldChg>
      <pc:sldChg chg="addSp delSp modSp mod">
        <pc:chgData name="Carol Lu" userId="700d71c4-60d7-4e7a-acb4-5fbf50c4028f" providerId="ADAL" clId="{DD877BBC-D7D0-4B11-9FB5-E27AC648B5DF}" dt="2026-05-12T09:48:11.678" v="1100" actId="404"/>
        <pc:sldMkLst>
          <pc:docMk/>
          <pc:sldMk cId="3382155134" sldId="2147471930"/>
        </pc:sldMkLst>
        <pc:spChg chg="mod">
          <ac:chgData name="Carol Lu" userId="700d71c4-60d7-4e7a-acb4-5fbf50c4028f" providerId="ADAL" clId="{DD877BBC-D7D0-4B11-9FB5-E27AC648B5DF}" dt="2026-05-06T01:54:00.690" v="705" actId="20577"/>
          <ac:spMkLst>
            <pc:docMk/>
            <pc:sldMk cId="3382155134" sldId="2147471930"/>
            <ac:spMk id="2" creationId="{35818713-7678-057A-F523-8FAEB116A118}"/>
          </ac:spMkLst>
        </pc:spChg>
        <pc:spChg chg="mod">
          <ac:chgData name="Carol Lu" userId="700d71c4-60d7-4e7a-acb4-5fbf50c4028f" providerId="ADAL" clId="{DD877BBC-D7D0-4B11-9FB5-E27AC648B5DF}" dt="2026-05-06T01:11:17.523" v="564" actId="14100"/>
          <ac:spMkLst>
            <pc:docMk/>
            <pc:sldMk cId="3382155134" sldId="2147471930"/>
            <ac:spMk id="4" creationId="{A763B72D-08F5-124F-6D61-D573E19AC7F9}"/>
          </ac:spMkLst>
        </pc:spChg>
        <pc:spChg chg="mod">
          <ac:chgData name="Carol Lu" userId="700d71c4-60d7-4e7a-acb4-5fbf50c4028f" providerId="ADAL" clId="{DD877BBC-D7D0-4B11-9FB5-E27AC648B5DF}" dt="2026-05-05T08:21:23.662" v="192" actId="1038"/>
          <ac:spMkLst>
            <pc:docMk/>
            <pc:sldMk cId="3382155134" sldId="2147471930"/>
            <ac:spMk id="5" creationId="{482C410E-FC43-1E84-0AC9-5EF775EF7647}"/>
          </ac:spMkLst>
        </pc:spChg>
        <pc:spChg chg="mod">
          <ac:chgData name="Carol Lu" userId="700d71c4-60d7-4e7a-acb4-5fbf50c4028f" providerId="ADAL" clId="{DD877BBC-D7D0-4B11-9FB5-E27AC648B5DF}" dt="2026-05-05T08:21:23.662" v="192" actId="1038"/>
          <ac:spMkLst>
            <pc:docMk/>
            <pc:sldMk cId="3382155134" sldId="2147471930"/>
            <ac:spMk id="6" creationId="{2225685F-E010-C8CD-1600-A1E80F6DFA0B}"/>
          </ac:spMkLst>
        </pc:spChg>
        <pc:spChg chg="mod">
          <ac:chgData name="Carol Lu" userId="700d71c4-60d7-4e7a-acb4-5fbf50c4028f" providerId="ADAL" clId="{DD877BBC-D7D0-4B11-9FB5-E27AC648B5DF}" dt="2026-05-06T06:07:05.551" v="982" actId="1035"/>
          <ac:spMkLst>
            <pc:docMk/>
            <pc:sldMk cId="3382155134" sldId="2147471930"/>
            <ac:spMk id="7" creationId="{DDC48196-F03C-2288-DCAF-C87F51B460E1}"/>
          </ac:spMkLst>
        </pc:spChg>
        <pc:spChg chg="mod">
          <ac:chgData name="Carol Lu" userId="700d71c4-60d7-4e7a-acb4-5fbf50c4028f" providerId="ADAL" clId="{DD877BBC-D7D0-4B11-9FB5-E27AC648B5DF}" dt="2026-05-06T01:11:21.392" v="565" actId="14100"/>
          <ac:spMkLst>
            <pc:docMk/>
            <pc:sldMk cId="3382155134" sldId="2147471930"/>
            <ac:spMk id="9" creationId="{687341BE-2337-2BDE-755D-93BF2D2952DF}"/>
          </ac:spMkLst>
        </pc:spChg>
        <pc:spChg chg="mod">
          <ac:chgData name="Carol Lu" userId="700d71c4-60d7-4e7a-acb4-5fbf50c4028f" providerId="ADAL" clId="{DD877BBC-D7D0-4B11-9FB5-E27AC648B5DF}" dt="2026-05-05T08:19:02.617" v="168" actId="1038"/>
          <ac:spMkLst>
            <pc:docMk/>
            <pc:sldMk cId="3382155134" sldId="2147471930"/>
            <ac:spMk id="10" creationId="{74BC0673-74B0-4A46-847C-0AFC60DE43B1}"/>
          </ac:spMkLst>
        </pc:spChg>
        <pc:spChg chg="mod">
          <ac:chgData name="Carol Lu" userId="700d71c4-60d7-4e7a-acb4-5fbf50c4028f" providerId="ADAL" clId="{DD877BBC-D7D0-4B11-9FB5-E27AC648B5DF}" dt="2026-05-06T06:07:58.483" v="1015" actId="1038"/>
          <ac:spMkLst>
            <pc:docMk/>
            <pc:sldMk cId="3382155134" sldId="2147471930"/>
            <ac:spMk id="11" creationId="{5C4A4ED9-2E9F-62EB-F9AB-B23C463A6117}"/>
          </ac:spMkLst>
        </pc:spChg>
        <pc:spChg chg="mod">
          <ac:chgData name="Carol Lu" userId="700d71c4-60d7-4e7a-acb4-5fbf50c4028f" providerId="ADAL" clId="{DD877BBC-D7D0-4B11-9FB5-E27AC648B5DF}" dt="2026-05-06T06:08:07.336" v="1016" actId="404"/>
          <ac:spMkLst>
            <pc:docMk/>
            <pc:sldMk cId="3382155134" sldId="2147471930"/>
            <ac:spMk id="12" creationId="{9A8AD99D-BADE-D9E0-0D8A-355EDD7A9262}"/>
          </ac:spMkLst>
        </pc:spChg>
        <pc:spChg chg="add mod">
          <ac:chgData name="Carol Lu" userId="700d71c4-60d7-4e7a-acb4-5fbf50c4028f" providerId="ADAL" clId="{DD877BBC-D7D0-4B11-9FB5-E27AC648B5DF}" dt="2026-05-05T08:31:03.637" v="363" actId="1076"/>
          <ac:spMkLst>
            <pc:docMk/>
            <pc:sldMk cId="3382155134" sldId="2147471930"/>
            <ac:spMk id="14" creationId="{BDFC8E6A-6057-ACEA-5ADF-E0D73C75AA8C}"/>
          </ac:spMkLst>
        </pc:spChg>
        <pc:spChg chg="mod">
          <ac:chgData name="Carol Lu" userId="700d71c4-60d7-4e7a-acb4-5fbf50c4028f" providerId="ADAL" clId="{DD877BBC-D7D0-4B11-9FB5-E27AC648B5DF}" dt="2026-05-05T08:18:53.423" v="148" actId="1038"/>
          <ac:spMkLst>
            <pc:docMk/>
            <pc:sldMk cId="3382155134" sldId="2147471930"/>
            <ac:spMk id="16" creationId="{380B386B-2FF7-D768-3FDA-E2ACA9D87C09}"/>
          </ac:spMkLst>
        </pc:spChg>
        <pc:spChg chg="mod">
          <ac:chgData name="Carol Lu" userId="700d71c4-60d7-4e7a-acb4-5fbf50c4028f" providerId="ADAL" clId="{DD877BBC-D7D0-4B11-9FB5-E27AC648B5DF}" dt="2026-05-06T03:43:36.115" v="923" actId="207"/>
          <ac:spMkLst>
            <pc:docMk/>
            <pc:sldMk cId="3382155134" sldId="2147471930"/>
            <ac:spMk id="17" creationId="{4976A03E-93EC-EA82-CBB5-A372EFA14085}"/>
          </ac:spMkLst>
        </pc:spChg>
        <pc:spChg chg="mod">
          <ac:chgData name="Carol Lu" userId="700d71c4-60d7-4e7a-acb4-5fbf50c4028f" providerId="ADAL" clId="{DD877BBC-D7D0-4B11-9FB5-E27AC648B5DF}" dt="2026-05-12T09:48:11.678" v="1100" actId="404"/>
          <ac:spMkLst>
            <pc:docMk/>
            <pc:sldMk cId="3382155134" sldId="2147471930"/>
            <ac:spMk id="20" creationId="{FCE82C96-AB4C-3960-2D1F-9AE188C83114}"/>
          </ac:spMkLst>
        </pc:spChg>
        <pc:spChg chg="add mod">
          <ac:chgData name="Carol Lu" userId="700d71c4-60d7-4e7a-acb4-5fbf50c4028f" providerId="ADAL" clId="{DD877BBC-D7D0-4B11-9FB5-E27AC648B5DF}" dt="2026-05-05T08:35:42.820" v="449" actId="6549"/>
          <ac:spMkLst>
            <pc:docMk/>
            <pc:sldMk cId="3382155134" sldId="2147471930"/>
            <ac:spMk id="21" creationId="{5784AE31-2A15-C25A-A666-C890E089F290}"/>
          </ac:spMkLst>
        </pc:spChg>
        <pc:spChg chg="mod">
          <ac:chgData name="Carol Lu" userId="700d71c4-60d7-4e7a-acb4-5fbf50c4028f" providerId="ADAL" clId="{DD877BBC-D7D0-4B11-9FB5-E27AC648B5DF}" dt="2026-05-05T08:19:02.617" v="168" actId="1038"/>
          <ac:spMkLst>
            <pc:docMk/>
            <pc:sldMk cId="3382155134" sldId="2147471930"/>
            <ac:spMk id="22" creationId="{8781EEC2-766B-AD30-73C5-02109B61B2CF}"/>
          </ac:spMkLst>
        </pc:spChg>
        <pc:spChg chg="add mod">
          <ac:chgData name="Carol Lu" userId="700d71c4-60d7-4e7a-acb4-5fbf50c4028f" providerId="ADAL" clId="{DD877BBC-D7D0-4B11-9FB5-E27AC648B5DF}" dt="2026-05-05T08:35:45.308" v="450" actId="6549"/>
          <ac:spMkLst>
            <pc:docMk/>
            <pc:sldMk cId="3382155134" sldId="2147471930"/>
            <ac:spMk id="23" creationId="{AA8FC4AC-6E0B-1CF5-EF9A-66024E632B2A}"/>
          </ac:spMkLst>
        </pc:spChg>
        <pc:spChg chg="mod">
          <ac:chgData name="Carol Lu" userId="700d71c4-60d7-4e7a-acb4-5fbf50c4028f" providerId="ADAL" clId="{DD877BBC-D7D0-4B11-9FB5-E27AC648B5DF}" dt="2026-05-06T06:07:13.838" v="989" actId="1036"/>
          <ac:spMkLst>
            <pc:docMk/>
            <pc:sldMk cId="3382155134" sldId="2147471930"/>
            <ac:spMk id="25" creationId="{A4BA8ED6-24C2-56C7-609D-95840E375771}"/>
          </ac:spMkLst>
        </pc:spChg>
        <pc:spChg chg="add mod">
          <ac:chgData name="Carol Lu" userId="700d71c4-60d7-4e7a-acb4-5fbf50c4028f" providerId="ADAL" clId="{DD877BBC-D7D0-4B11-9FB5-E27AC648B5DF}" dt="2026-05-12T09:47:53.720" v="1094" actId="20577"/>
          <ac:spMkLst>
            <pc:docMk/>
            <pc:sldMk cId="3382155134" sldId="2147471930"/>
            <ac:spMk id="26" creationId="{F6038523-9E8D-5F57-C150-E509E37BF290}"/>
          </ac:spMkLst>
        </pc:spChg>
        <pc:spChg chg="add mod">
          <ac:chgData name="Carol Lu" userId="700d71c4-60d7-4e7a-acb4-5fbf50c4028f" providerId="ADAL" clId="{DD877BBC-D7D0-4B11-9FB5-E27AC648B5DF}" dt="2026-05-05T08:37:23.977" v="510" actId="20577"/>
          <ac:spMkLst>
            <pc:docMk/>
            <pc:sldMk cId="3382155134" sldId="2147471930"/>
            <ac:spMk id="27" creationId="{A169E2E6-418B-0F7B-F8FA-75B01AF8E274}"/>
          </ac:spMkLst>
        </pc:spChg>
        <pc:spChg chg="add mod">
          <ac:chgData name="Carol Lu" userId="700d71c4-60d7-4e7a-acb4-5fbf50c4028f" providerId="ADAL" clId="{DD877BBC-D7D0-4B11-9FB5-E27AC648B5DF}" dt="2026-05-06T01:10:56.123" v="554" actId="14100"/>
          <ac:spMkLst>
            <pc:docMk/>
            <pc:sldMk cId="3382155134" sldId="2147471930"/>
            <ac:spMk id="28" creationId="{3243EAEF-DD39-11BF-CB8F-DC8B81F9ED76}"/>
          </ac:spMkLst>
        </pc:spChg>
        <pc:spChg chg="add mod">
          <ac:chgData name="Carol Lu" userId="700d71c4-60d7-4e7a-acb4-5fbf50c4028f" providerId="ADAL" clId="{DD877BBC-D7D0-4B11-9FB5-E27AC648B5DF}" dt="2026-05-06T01:11:00.283" v="555" actId="14100"/>
          <ac:spMkLst>
            <pc:docMk/>
            <pc:sldMk cId="3382155134" sldId="2147471930"/>
            <ac:spMk id="29" creationId="{CD806024-1805-0377-742D-5ADA52098E14}"/>
          </ac:spMkLst>
        </pc:spChg>
        <pc:spChg chg="add mod">
          <ac:chgData name="Carol Lu" userId="700d71c4-60d7-4e7a-acb4-5fbf50c4028f" providerId="ADAL" clId="{DD877BBC-D7D0-4B11-9FB5-E27AC648B5DF}" dt="2026-05-06T01:12:29.741" v="582" actId="20577"/>
          <ac:spMkLst>
            <pc:docMk/>
            <pc:sldMk cId="3382155134" sldId="2147471930"/>
            <ac:spMk id="30" creationId="{E23A86D2-4FE4-8FD4-66E5-117382E2A449}"/>
          </ac:spMkLst>
        </pc:spChg>
        <pc:graphicFrameChg chg="mod modGraphic">
          <ac:chgData name="Carol Lu" userId="700d71c4-60d7-4e7a-acb4-5fbf50c4028f" providerId="ADAL" clId="{DD877BBC-D7D0-4B11-9FB5-E27AC648B5DF}" dt="2026-05-06T03:42:40.130" v="920" actId="20577"/>
          <ac:graphicFrameMkLst>
            <pc:docMk/>
            <pc:sldMk cId="3382155134" sldId="2147471930"/>
            <ac:graphicFrameMk id="8" creationId="{9167E849-DF44-B10B-75E0-F0BF74256782}"/>
          </ac:graphicFrameMkLst>
        </pc:graphicFrameChg>
        <pc:picChg chg="add mod">
          <ac:chgData name="Carol Lu" userId="700d71c4-60d7-4e7a-acb4-5fbf50c4028f" providerId="ADAL" clId="{DD877BBC-D7D0-4B11-9FB5-E27AC648B5DF}" dt="2026-05-05T08:30:59.297" v="362" actId="1076"/>
          <ac:picMkLst>
            <pc:docMk/>
            <pc:sldMk cId="3382155134" sldId="2147471930"/>
            <ac:picMk id="13" creationId="{58A1129A-52CD-48D4-A6A6-C64BEF3C6C77}"/>
          </ac:picMkLst>
        </pc:picChg>
        <pc:picChg chg="mod">
          <ac:chgData name="Carol Lu" userId="700d71c4-60d7-4e7a-acb4-5fbf50c4028f" providerId="ADAL" clId="{DD877BBC-D7D0-4B11-9FB5-E27AC648B5DF}" dt="2026-05-06T01:04:56.516" v="513" actId="1076"/>
          <ac:picMkLst>
            <pc:docMk/>
            <pc:sldMk cId="3382155134" sldId="2147471930"/>
            <ac:picMk id="24" creationId="{BD662D6A-C323-8406-3335-F4F78419DB3D}"/>
          </ac:picMkLst>
        </pc:picChg>
      </pc:sldChg>
      <pc:sldChg chg="addSp modSp add mod">
        <pc:chgData name="Carol Lu" userId="700d71c4-60d7-4e7a-acb4-5fbf50c4028f" providerId="ADAL" clId="{DD877BBC-D7D0-4B11-9FB5-E27AC648B5DF}" dt="2026-05-13T07:38:39.322" v="1111" actId="20577"/>
        <pc:sldMkLst>
          <pc:docMk/>
          <pc:sldMk cId="226097240" sldId="2147471942"/>
        </pc:sldMkLst>
        <pc:spChg chg="mod">
          <ac:chgData name="Carol Lu" userId="700d71c4-60d7-4e7a-acb4-5fbf50c4028f" providerId="ADAL" clId="{DD877BBC-D7D0-4B11-9FB5-E27AC648B5DF}" dt="2026-05-06T01:53:06.452" v="660" actId="6549"/>
          <ac:spMkLst>
            <pc:docMk/>
            <pc:sldMk cId="226097240" sldId="2147471942"/>
            <ac:spMk id="2" creationId="{AB12B456-DA36-8CAA-14B4-A99942502928}"/>
          </ac:spMkLst>
        </pc:spChg>
        <pc:spChg chg="mod">
          <ac:chgData name="Carol Lu" userId="700d71c4-60d7-4e7a-acb4-5fbf50c4028f" providerId="ADAL" clId="{DD877BBC-D7D0-4B11-9FB5-E27AC648B5DF}" dt="2026-05-06T01:20:28.221" v="592" actId="6549"/>
          <ac:spMkLst>
            <pc:docMk/>
            <pc:sldMk cId="226097240" sldId="2147471942"/>
            <ac:spMk id="6" creationId="{24E6C941-BB45-149E-DFB9-55BDCE4AC206}"/>
          </ac:spMkLst>
        </pc:spChg>
        <pc:spChg chg="mod">
          <ac:chgData name="Carol Lu" userId="700d71c4-60d7-4e7a-acb4-5fbf50c4028f" providerId="ADAL" clId="{DD877BBC-D7D0-4B11-9FB5-E27AC648B5DF}" dt="2026-05-06T01:20:32.199" v="593" actId="6549"/>
          <ac:spMkLst>
            <pc:docMk/>
            <pc:sldMk cId="226097240" sldId="2147471942"/>
            <ac:spMk id="7" creationId="{172D6BAA-14EE-8CCC-0AE5-A1B46668372C}"/>
          </ac:spMkLst>
        </pc:spChg>
        <pc:spChg chg="mod">
          <ac:chgData name="Carol Lu" userId="700d71c4-60d7-4e7a-acb4-5fbf50c4028f" providerId="ADAL" clId="{DD877BBC-D7D0-4B11-9FB5-E27AC648B5DF}" dt="2026-05-06T08:32:16.571" v="1040"/>
          <ac:spMkLst>
            <pc:docMk/>
            <pc:sldMk cId="226097240" sldId="2147471942"/>
            <ac:spMk id="13" creationId="{52E37111-C183-8E93-F440-AF8D08E8094C}"/>
          </ac:spMkLst>
        </pc:spChg>
        <pc:spChg chg="mod">
          <ac:chgData name="Carol Lu" userId="700d71c4-60d7-4e7a-acb4-5fbf50c4028f" providerId="ADAL" clId="{DD877BBC-D7D0-4B11-9FB5-E27AC648B5DF}" dt="2026-05-06T08:37:05.223" v="1091" actId="1076"/>
          <ac:spMkLst>
            <pc:docMk/>
            <pc:sldMk cId="226097240" sldId="2147471942"/>
            <ac:spMk id="18" creationId="{185BF8CF-467C-2858-2C2B-210FE86EBB4B}"/>
          </ac:spMkLst>
        </pc:spChg>
        <pc:spChg chg="mod">
          <ac:chgData name="Carol Lu" userId="700d71c4-60d7-4e7a-acb4-5fbf50c4028f" providerId="ADAL" clId="{DD877BBC-D7D0-4B11-9FB5-E27AC648B5DF}" dt="2026-05-06T01:09:31.636" v="526" actId="207"/>
          <ac:spMkLst>
            <pc:docMk/>
            <pc:sldMk cId="226097240" sldId="2147471942"/>
            <ac:spMk id="25" creationId="{6E5E966C-4DC9-5679-62B4-05499F6EF13B}"/>
          </ac:spMkLst>
        </pc:spChg>
        <pc:spChg chg="mod">
          <ac:chgData name="Carol Lu" userId="700d71c4-60d7-4e7a-acb4-5fbf50c4028f" providerId="ADAL" clId="{DD877BBC-D7D0-4B11-9FB5-E27AC648B5DF}" dt="2026-05-13T07:38:39.322" v="1111" actId="20577"/>
          <ac:spMkLst>
            <pc:docMk/>
            <pc:sldMk cId="226097240" sldId="2147471942"/>
            <ac:spMk id="51" creationId="{C4E4894C-ECED-8AD9-0C4B-B6F77307EA79}"/>
          </ac:spMkLst>
        </pc:spChg>
        <pc:spChg chg="mod">
          <ac:chgData name="Carol Lu" userId="700d71c4-60d7-4e7a-acb4-5fbf50c4028f" providerId="ADAL" clId="{DD877BBC-D7D0-4B11-9FB5-E27AC648B5DF}" dt="2026-05-06T01:06:51.290" v="515" actId="207"/>
          <ac:spMkLst>
            <pc:docMk/>
            <pc:sldMk cId="226097240" sldId="2147471942"/>
            <ac:spMk id="52" creationId="{B8B38780-5BAA-AFAC-6DB5-29F87FE070F0}"/>
          </ac:spMkLst>
        </pc:spChg>
        <pc:spChg chg="mod">
          <ac:chgData name="Carol Lu" userId="700d71c4-60d7-4e7a-acb4-5fbf50c4028f" providerId="ADAL" clId="{DD877BBC-D7D0-4B11-9FB5-E27AC648B5DF}" dt="2026-05-06T08:33:37.682" v="1086" actId="1037"/>
          <ac:spMkLst>
            <pc:docMk/>
            <pc:sldMk cId="226097240" sldId="2147471942"/>
            <ac:spMk id="62" creationId="{4E200359-7143-6B7E-ECB3-82431116CAE0}"/>
          </ac:spMkLst>
        </pc:spChg>
        <pc:spChg chg="mod">
          <ac:chgData name="Carol Lu" userId="700d71c4-60d7-4e7a-acb4-5fbf50c4028f" providerId="ADAL" clId="{DD877BBC-D7D0-4B11-9FB5-E27AC648B5DF}" dt="2026-05-06T03:41:21.079" v="882" actId="1035"/>
          <ac:spMkLst>
            <pc:docMk/>
            <pc:sldMk cId="226097240" sldId="2147471942"/>
            <ac:spMk id="179" creationId="{4B72AC8D-0734-45D6-ADC2-53611E91D21A}"/>
          </ac:spMkLst>
        </pc:spChg>
        <pc:spChg chg="mod">
          <ac:chgData name="Carol Lu" userId="700d71c4-60d7-4e7a-acb4-5fbf50c4028f" providerId="ADAL" clId="{DD877BBC-D7D0-4B11-9FB5-E27AC648B5DF}" dt="2026-05-06T08:32:47.512" v="1043" actId="1076"/>
          <ac:spMkLst>
            <pc:docMk/>
            <pc:sldMk cId="226097240" sldId="2147471942"/>
            <ac:spMk id="193" creationId="{7CE05666-FE75-ABFA-4868-9BBC2A983934}"/>
          </ac:spMkLst>
        </pc:spChg>
        <pc:spChg chg="mod">
          <ac:chgData name="Carol Lu" userId="700d71c4-60d7-4e7a-acb4-5fbf50c4028f" providerId="ADAL" clId="{DD877BBC-D7D0-4B11-9FB5-E27AC648B5DF}" dt="2026-05-06T01:09:39.973" v="528" actId="207"/>
          <ac:spMkLst>
            <pc:docMk/>
            <pc:sldMk cId="226097240" sldId="2147471942"/>
            <ac:spMk id="207" creationId="{22DE901C-3AF9-080F-5511-C3B73846C846}"/>
          </ac:spMkLst>
        </pc:spChg>
        <pc:cxnChg chg="mod">
          <ac:chgData name="Carol Lu" userId="700d71c4-60d7-4e7a-acb4-5fbf50c4028f" providerId="ADAL" clId="{DD877BBC-D7D0-4B11-9FB5-E27AC648B5DF}" dt="2026-05-06T08:37:05.223" v="1091" actId="1076"/>
          <ac:cxnSpMkLst>
            <pc:docMk/>
            <pc:sldMk cId="226097240" sldId="2147471942"/>
            <ac:cxnSpMk id="44" creationId="{2F435C97-2BC6-91B4-FF70-59200562B890}"/>
          </ac:cxnSpMkLst>
        </pc:cxnChg>
        <pc:cxnChg chg="mod">
          <ac:chgData name="Carol Lu" userId="700d71c4-60d7-4e7a-acb4-5fbf50c4028f" providerId="ADAL" clId="{DD877BBC-D7D0-4B11-9FB5-E27AC648B5DF}" dt="2026-05-06T08:33:52.716" v="1089" actId="14100"/>
          <ac:cxnSpMkLst>
            <pc:docMk/>
            <pc:sldMk cId="226097240" sldId="2147471942"/>
            <ac:cxnSpMk id="48" creationId="{9F9E2D77-7B3A-2992-54A5-B9A33E2C768B}"/>
          </ac:cxnSpMkLst>
        </pc:cxnChg>
        <pc:cxnChg chg="mod">
          <ac:chgData name="Carol Lu" userId="700d71c4-60d7-4e7a-acb4-5fbf50c4028f" providerId="ADAL" clId="{DD877BBC-D7D0-4B11-9FB5-E27AC648B5DF}" dt="2026-05-06T08:37:05.223" v="1091" actId="1076"/>
          <ac:cxnSpMkLst>
            <pc:docMk/>
            <pc:sldMk cId="226097240" sldId="2147471942"/>
            <ac:cxnSpMk id="153" creationId="{CD340ED3-666B-C045-FB69-765F4B25438C}"/>
          </ac:cxnSpMkLst>
        </pc:cxnChg>
        <pc:cxnChg chg="mod">
          <ac:chgData name="Carol Lu" userId="700d71c4-60d7-4e7a-acb4-5fbf50c4028f" providerId="ADAL" clId="{DD877BBC-D7D0-4B11-9FB5-E27AC648B5DF}" dt="2026-05-06T08:37:05.223" v="1091" actId="1076"/>
          <ac:cxnSpMkLst>
            <pc:docMk/>
            <pc:sldMk cId="226097240" sldId="2147471942"/>
            <ac:cxnSpMk id="180" creationId="{CF93E292-8737-4EC8-2E8F-5247C9299A1C}"/>
          </ac:cxnSpMkLst>
        </pc:cxnChg>
        <pc:cxnChg chg="mod">
          <ac:chgData name="Carol Lu" userId="700d71c4-60d7-4e7a-acb4-5fbf50c4028f" providerId="ADAL" clId="{DD877BBC-D7D0-4B11-9FB5-E27AC648B5DF}" dt="2026-05-06T08:32:47.512" v="1043" actId="1076"/>
          <ac:cxnSpMkLst>
            <pc:docMk/>
            <pc:sldMk cId="226097240" sldId="2147471942"/>
            <ac:cxnSpMk id="195" creationId="{0FE6C3D8-C507-8994-8DD8-69379DB29B53}"/>
          </ac:cxnSpMkLst>
        </pc:cxnChg>
      </pc:sldChg>
      <pc:sldChg chg="addSp modSp add mod">
        <pc:chgData name="Carol Lu" userId="700d71c4-60d7-4e7a-acb4-5fbf50c4028f" providerId="ADAL" clId="{DD877BBC-D7D0-4B11-9FB5-E27AC648B5DF}" dt="2026-05-06T08:33:13.545" v="1065" actId="1076"/>
        <pc:sldMkLst>
          <pc:docMk/>
          <pc:sldMk cId="3327207823" sldId="2147471943"/>
        </pc:sldMkLst>
        <pc:spChg chg="mod">
          <ac:chgData name="Carol Lu" userId="700d71c4-60d7-4e7a-acb4-5fbf50c4028f" providerId="ADAL" clId="{DD877BBC-D7D0-4B11-9FB5-E27AC648B5DF}" dt="2026-05-06T08:33:13.545" v="1065" actId="1076"/>
          <ac:spMkLst>
            <pc:docMk/>
            <pc:sldMk cId="3327207823" sldId="2147471943"/>
            <ac:spMk id="2" creationId="{D02C3BAE-5486-C0BF-C7D2-F7EA0FAE64A4}"/>
          </ac:spMkLst>
        </pc:spChg>
        <pc:spChg chg="mod">
          <ac:chgData name="Carol Lu" userId="700d71c4-60d7-4e7a-acb4-5fbf50c4028f" providerId="ADAL" clId="{DD877BBC-D7D0-4B11-9FB5-E27AC648B5DF}" dt="2026-05-06T01:19:07.964" v="589" actId="207"/>
          <ac:spMkLst>
            <pc:docMk/>
            <pc:sldMk cId="3327207823" sldId="2147471943"/>
            <ac:spMk id="3" creationId="{08964E3C-F955-B4A2-5368-A46E63247CEA}"/>
          </ac:spMkLst>
        </pc:spChg>
        <pc:spChg chg="mod">
          <ac:chgData name="Carol Lu" userId="700d71c4-60d7-4e7a-acb4-5fbf50c4028f" providerId="ADAL" clId="{DD877BBC-D7D0-4B11-9FB5-E27AC648B5DF}" dt="2026-05-06T01:19:07.964" v="589" actId="207"/>
          <ac:spMkLst>
            <pc:docMk/>
            <pc:sldMk cId="3327207823" sldId="2147471943"/>
            <ac:spMk id="4" creationId="{103267D3-CE94-12E2-B91B-558D61A5A127}"/>
          </ac:spMkLst>
        </pc:spChg>
        <pc:spChg chg="mod">
          <ac:chgData name="Carol Lu" userId="700d71c4-60d7-4e7a-acb4-5fbf50c4028f" providerId="ADAL" clId="{DD877BBC-D7D0-4B11-9FB5-E27AC648B5DF}" dt="2026-05-06T08:33:12.417" v="1064" actId="1037"/>
          <ac:spMkLst>
            <pc:docMk/>
            <pc:sldMk cId="3327207823" sldId="2147471943"/>
            <ac:spMk id="6" creationId="{70A0DA05-C666-9F50-00A6-41A373DDB228}"/>
          </ac:spMkLst>
        </pc:spChg>
        <pc:spChg chg="mod">
          <ac:chgData name="Carol Lu" userId="700d71c4-60d7-4e7a-acb4-5fbf50c4028f" providerId="ADAL" clId="{DD877BBC-D7D0-4B11-9FB5-E27AC648B5DF}" dt="2026-05-06T08:33:12.417" v="1064" actId="1037"/>
          <ac:spMkLst>
            <pc:docMk/>
            <pc:sldMk cId="3327207823" sldId="2147471943"/>
            <ac:spMk id="7" creationId="{05D313E1-0BFA-F365-8104-2EDD56819323}"/>
          </ac:spMkLst>
        </pc:spChg>
        <pc:spChg chg="mod">
          <ac:chgData name="Carol Lu" userId="700d71c4-60d7-4e7a-acb4-5fbf50c4028f" providerId="ADAL" clId="{DD877BBC-D7D0-4B11-9FB5-E27AC648B5DF}" dt="2026-05-06T08:33:12.417" v="1064" actId="1037"/>
          <ac:spMkLst>
            <pc:docMk/>
            <pc:sldMk cId="3327207823" sldId="2147471943"/>
            <ac:spMk id="12" creationId="{0EF71E5D-9565-0488-3768-8C94D8B929FF}"/>
          </ac:spMkLst>
        </pc:spChg>
        <pc:spChg chg="mod">
          <ac:chgData name="Carol Lu" userId="700d71c4-60d7-4e7a-acb4-5fbf50c4028f" providerId="ADAL" clId="{DD877BBC-D7D0-4B11-9FB5-E27AC648B5DF}" dt="2026-05-06T08:33:12.417" v="1064" actId="1037"/>
          <ac:spMkLst>
            <pc:docMk/>
            <pc:sldMk cId="3327207823" sldId="2147471943"/>
            <ac:spMk id="13" creationId="{2A60A7BC-1CE1-C0D4-9787-CA71A6DC6F5B}"/>
          </ac:spMkLst>
        </pc:spChg>
        <pc:spChg chg="mod">
          <ac:chgData name="Carol Lu" userId="700d71c4-60d7-4e7a-acb4-5fbf50c4028f" providerId="ADAL" clId="{DD877BBC-D7D0-4B11-9FB5-E27AC648B5DF}" dt="2026-05-06T03:43:28.729" v="922" actId="207"/>
          <ac:spMkLst>
            <pc:docMk/>
            <pc:sldMk cId="3327207823" sldId="2147471943"/>
            <ac:spMk id="14" creationId="{64E9D4E7-E5EB-BEDF-0669-85D852705DC0}"/>
          </ac:spMkLst>
        </pc:spChg>
        <pc:spChg chg="mod">
          <ac:chgData name="Carol Lu" userId="700d71c4-60d7-4e7a-acb4-5fbf50c4028f" providerId="ADAL" clId="{DD877BBC-D7D0-4B11-9FB5-E27AC648B5DF}" dt="2026-05-06T01:19:07.964" v="589" actId="207"/>
          <ac:spMkLst>
            <pc:docMk/>
            <pc:sldMk cId="3327207823" sldId="2147471943"/>
            <ac:spMk id="15" creationId="{007D70DD-EBA5-8557-10AC-B8A02FBB5574}"/>
          </ac:spMkLst>
        </pc:spChg>
        <pc:spChg chg="mod">
          <ac:chgData name="Carol Lu" userId="700d71c4-60d7-4e7a-acb4-5fbf50c4028f" providerId="ADAL" clId="{DD877BBC-D7D0-4B11-9FB5-E27AC648B5DF}" dt="2026-05-06T01:20:44" v="598" actId="6549"/>
          <ac:spMkLst>
            <pc:docMk/>
            <pc:sldMk cId="3327207823" sldId="2147471943"/>
            <ac:spMk id="17" creationId="{A1F66986-FED3-80FF-5BC8-89F1110B3F59}"/>
          </ac:spMkLst>
        </pc:spChg>
        <pc:spChg chg="mod">
          <ac:chgData name="Carol Lu" userId="700d71c4-60d7-4e7a-acb4-5fbf50c4028f" providerId="ADAL" clId="{DD877BBC-D7D0-4B11-9FB5-E27AC648B5DF}" dt="2026-05-06T01:20:47.130" v="600" actId="6549"/>
          <ac:spMkLst>
            <pc:docMk/>
            <pc:sldMk cId="3327207823" sldId="2147471943"/>
            <ac:spMk id="18" creationId="{6637857E-30EA-877D-A2EA-9ACF190F2AEA}"/>
          </ac:spMkLst>
        </pc:spChg>
        <pc:spChg chg="mod">
          <ac:chgData name="Carol Lu" userId="700d71c4-60d7-4e7a-acb4-5fbf50c4028f" providerId="ADAL" clId="{DD877BBC-D7D0-4B11-9FB5-E27AC648B5DF}" dt="2026-05-06T01:19:07.964" v="589" actId="207"/>
          <ac:spMkLst>
            <pc:docMk/>
            <pc:sldMk cId="3327207823" sldId="2147471943"/>
            <ac:spMk id="24" creationId="{8DB7E659-4805-4715-5A87-5F83504B3891}"/>
          </ac:spMkLst>
        </pc:spChg>
        <pc:spChg chg="mod">
          <ac:chgData name="Carol Lu" userId="700d71c4-60d7-4e7a-acb4-5fbf50c4028f" providerId="ADAL" clId="{DD877BBC-D7D0-4B11-9FB5-E27AC648B5DF}" dt="2026-05-06T01:19:07.964" v="589" actId="207"/>
          <ac:spMkLst>
            <pc:docMk/>
            <pc:sldMk cId="3327207823" sldId="2147471943"/>
            <ac:spMk id="28" creationId="{AB34AA6E-EE51-ECF6-401F-D73BEC50766A}"/>
          </ac:spMkLst>
        </pc:spChg>
        <pc:spChg chg="mod">
          <ac:chgData name="Carol Lu" userId="700d71c4-60d7-4e7a-acb4-5fbf50c4028f" providerId="ADAL" clId="{DD877BBC-D7D0-4B11-9FB5-E27AC648B5DF}" dt="2026-05-06T01:19:07.964" v="589" actId="207"/>
          <ac:spMkLst>
            <pc:docMk/>
            <pc:sldMk cId="3327207823" sldId="2147471943"/>
            <ac:spMk id="32" creationId="{6FB5F5AC-CAAA-D366-29F9-E14880666AA6}"/>
          </ac:spMkLst>
        </pc:spChg>
        <pc:spChg chg="mod">
          <ac:chgData name="Carol Lu" userId="700d71c4-60d7-4e7a-acb4-5fbf50c4028f" providerId="ADAL" clId="{DD877BBC-D7D0-4B11-9FB5-E27AC648B5DF}" dt="2026-05-06T01:20:22.854" v="591" actId="207"/>
          <ac:spMkLst>
            <pc:docMk/>
            <pc:sldMk cId="3327207823" sldId="2147471943"/>
            <ac:spMk id="33" creationId="{980DCA10-0809-9037-EE6D-C9CD5453B71E}"/>
          </ac:spMkLst>
        </pc:spChg>
        <pc:spChg chg="mod">
          <ac:chgData name="Carol Lu" userId="700d71c4-60d7-4e7a-acb4-5fbf50c4028f" providerId="ADAL" clId="{DD877BBC-D7D0-4B11-9FB5-E27AC648B5DF}" dt="2026-05-06T01:20:22.854" v="591" actId="207"/>
          <ac:spMkLst>
            <pc:docMk/>
            <pc:sldMk cId="3327207823" sldId="2147471943"/>
            <ac:spMk id="34" creationId="{8822DFA6-534F-2416-F8BB-41219E83C969}"/>
          </ac:spMkLst>
        </pc:spChg>
        <pc:spChg chg="mod">
          <ac:chgData name="Carol Lu" userId="700d71c4-60d7-4e7a-acb4-5fbf50c4028f" providerId="ADAL" clId="{DD877BBC-D7D0-4B11-9FB5-E27AC648B5DF}" dt="2026-05-06T08:33:12.417" v="1064" actId="1037"/>
          <ac:spMkLst>
            <pc:docMk/>
            <pc:sldMk cId="3327207823" sldId="2147471943"/>
            <ac:spMk id="35" creationId="{228538A8-95BB-9567-BFAB-1538DE2F1EB7}"/>
          </ac:spMkLst>
        </pc:spChg>
        <pc:spChg chg="mod">
          <ac:chgData name="Carol Lu" userId="700d71c4-60d7-4e7a-acb4-5fbf50c4028f" providerId="ADAL" clId="{DD877BBC-D7D0-4B11-9FB5-E27AC648B5DF}" dt="2026-05-06T03:43:22.407" v="921" actId="207"/>
          <ac:spMkLst>
            <pc:docMk/>
            <pc:sldMk cId="3327207823" sldId="2147471943"/>
            <ac:spMk id="51" creationId="{CC5EF6D0-3E17-1697-6624-3C54E1BC667E}"/>
          </ac:spMkLst>
        </pc:spChg>
        <pc:spChg chg="mod">
          <ac:chgData name="Carol Lu" userId="700d71c4-60d7-4e7a-acb4-5fbf50c4028f" providerId="ADAL" clId="{DD877BBC-D7D0-4B11-9FB5-E27AC648B5DF}" dt="2026-05-06T01:42:48.467" v="641" actId="20578"/>
          <ac:spMkLst>
            <pc:docMk/>
            <pc:sldMk cId="3327207823" sldId="2147471943"/>
            <ac:spMk id="52" creationId="{A146C179-0017-1ED8-A391-1EE71F08997E}"/>
          </ac:spMkLst>
        </pc:spChg>
        <pc:spChg chg="mod">
          <ac:chgData name="Carol Lu" userId="700d71c4-60d7-4e7a-acb4-5fbf50c4028f" providerId="ADAL" clId="{DD877BBC-D7D0-4B11-9FB5-E27AC648B5DF}" dt="2026-05-06T01:20:56.833" v="602" actId="207"/>
          <ac:spMkLst>
            <pc:docMk/>
            <pc:sldMk cId="3327207823" sldId="2147471943"/>
            <ac:spMk id="142" creationId="{E26E99F4-D8ED-0972-3C98-6AAA41908E58}"/>
          </ac:spMkLst>
        </pc:spChg>
        <pc:spChg chg="mod">
          <ac:chgData name="Carol Lu" userId="700d71c4-60d7-4e7a-acb4-5fbf50c4028f" providerId="ADAL" clId="{DD877BBC-D7D0-4B11-9FB5-E27AC648B5DF}" dt="2026-05-06T01:19:38.918" v="590" actId="207"/>
          <ac:spMkLst>
            <pc:docMk/>
            <pc:sldMk cId="3327207823" sldId="2147471943"/>
            <ac:spMk id="143" creationId="{4E8B2808-25A0-8812-4DD9-0549E52A8947}"/>
          </ac:spMkLst>
        </pc:spChg>
        <pc:spChg chg="mod">
          <ac:chgData name="Carol Lu" userId="700d71c4-60d7-4e7a-acb4-5fbf50c4028f" providerId="ADAL" clId="{DD877BBC-D7D0-4B11-9FB5-E27AC648B5DF}" dt="2026-05-06T01:20:49.236" v="601" actId="6549"/>
          <ac:spMkLst>
            <pc:docMk/>
            <pc:sldMk cId="3327207823" sldId="2147471943"/>
            <ac:spMk id="179" creationId="{DC617752-652B-8952-1824-1B3AB511D170}"/>
          </ac:spMkLst>
        </pc:spChg>
        <pc:spChg chg="mod">
          <ac:chgData name="Carol Lu" userId="700d71c4-60d7-4e7a-acb4-5fbf50c4028f" providerId="ADAL" clId="{DD877BBC-D7D0-4B11-9FB5-E27AC648B5DF}" dt="2026-05-06T08:33:12.417" v="1064" actId="1037"/>
          <ac:spMkLst>
            <pc:docMk/>
            <pc:sldMk cId="3327207823" sldId="2147471943"/>
            <ac:spMk id="193" creationId="{25E72AF5-F6A9-2C11-3796-332DD7D0E687}"/>
          </ac:spMkLst>
        </pc:spChg>
        <pc:spChg chg="mod">
          <ac:chgData name="Carol Lu" userId="700d71c4-60d7-4e7a-acb4-5fbf50c4028f" providerId="ADAL" clId="{DD877BBC-D7D0-4B11-9FB5-E27AC648B5DF}" dt="2026-05-06T01:19:07.964" v="589" actId="207"/>
          <ac:spMkLst>
            <pc:docMk/>
            <pc:sldMk cId="3327207823" sldId="2147471943"/>
            <ac:spMk id="194" creationId="{8BFAE09B-7481-E130-4F31-75A46321292C}"/>
          </ac:spMkLst>
        </pc:spChg>
        <pc:cxnChg chg="mod">
          <ac:chgData name="Carol Lu" userId="700d71c4-60d7-4e7a-acb4-5fbf50c4028f" providerId="ADAL" clId="{DD877BBC-D7D0-4B11-9FB5-E27AC648B5DF}" dt="2026-05-06T08:33:12.417" v="1064" actId="1037"/>
          <ac:cxnSpMkLst>
            <pc:docMk/>
            <pc:sldMk cId="3327207823" sldId="2147471943"/>
            <ac:cxnSpMk id="8" creationId="{7B2487F2-976B-2FC4-D955-BEDCAD2B15DB}"/>
          </ac:cxnSpMkLst>
        </pc:cxnChg>
        <pc:cxnChg chg="mod">
          <ac:chgData name="Carol Lu" userId="700d71c4-60d7-4e7a-acb4-5fbf50c4028f" providerId="ADAL" clId="{DD877BBC-D7D0-4B11-9FB5-E27AC648B5DF}" dt="2026-05-06T08:33:12.417" v="1064" actId="1037"/>
          <ac:cxnSpMkLst>
            <pc:docMk/>
            <pc:sldMk cId="3327207823" sldId="2147471943"/>
            <ac:cxnSpMk id="9" creationId="{83A65BA7-D0CD-3F7B-DE2D-261AF49DE19C}"/>
          </ac:cxnSpMkLst>
        </pc:cxnChg>
        <pc:cxnChg chg="mod">
          <ac:chgData name="Carol Lu" userId="700d71c4-60d7-4e7a-acb4-5fbf50c4028f" providerId="ADAL" clId="{DD877BBC-D7D0-4B11-9FB5-E27AC648B5DF}" dt="2026-05-06T08:33:12.417" v="1064" actId="1037"/>
          <ac:cxnSpMkLst>
            <pc:docMk/>
            <pc:sldMk cId="3327207823" sldId="2147471943"/>
            <ac:cxnSpMk id="11" creationId="{94A47BCC-E800-78C5-61BD-821EB2780F31}"/>
          </ac:cxnSpMkLst>
        </pc:cxnChg>
        <pc:cxnChg chg="mod">
          <ac:chgData name="Carol Lu" userId="700d71c4-60d7-4e7a-acb4-5fbf50c4028f" providerId="ADAL" clId="{DD877BBC-D7D0-4B11-9FB5-E27AC648B5DF}" dt="2026-05-06T08:33:12.417" v="1064" actId="1037"/>
          <ac:cxnSpMkLst>
            <pc:docMk/>
            <pc:sldMk cId="3327207823" sldId="2147471943"/>
            <ac:cxnSpMk id="36" creationId="{08B29995-D6D6-76D7-CD6B-AD3025A7B87C}"/>
          </ac:cxnSpMkLst>
        </pc:cxnChg>
        <pc:cxnChg chg="mod">
          <ac:chgData name="Carol Lu" userId="700d71c4-60d7-4e7a-acb4-5fbf50c4028f" providerId="ADAL" clId="{DD877BBC-D7D0-4B11-9FB5-E27AC648B5DF}" dt="2026-05-06T01:41:58.874" v="640" actId="1035"/>
          <ac:cxnSpMkLst>
            <pc:docMk/>
            <pc:sldMk cId="3327207823" sldId="2147471943"/>
            <ac:cxnSpMk id="37" creationId="{6E71A0E6-7D5B-29D9-983A-2C8DDE2090FF}"/>
          </ac:cxnSpMkLst>
        </pc:cxnChg>
        <pc:cxnChg chg="mod">
          <ac:chgData name="Carol Lu" userId="700d71c4-60d7-4e7a-acb4-5fbf50c4028f" providerId="ADAL" clId="{DD877BBC-D7D0-4B11-9FB5-E27AC648B5DF}" dt="2026-05-06T01:41:56.162" v="639" actId="1035"/>
          <ac:cxnSpMkLst>
            <pc:docMk/>
            <pc:sldMk cId="3327207823" sldId="2147471943"/>
            <ac:cxnSpMk id="38" creationId="{7AA5B82E-1595-4FA5-8A89-28C1562FEF45}"/>
          </ac:cxnSpMkLst>
        </pc:cxnChg>
        <pc:cxnChg chg="mod">
          <ac:chgData name="Carol Lu" userId="700d71c4-60d7-4e7a-acb4-5fbf50c4028f" providerId="ADAL" clId="{DD877BBC-D7D0-4B11-9FB5-E27AC648B5DF}" dt="2026-05-06T01:43:02.978" v="642" actId="1035"/>
          <ac:cxnSpMkLst>
            <pc:docMk/>
            <pc:sldMk cId="3327207823" sldId="2147471943"/>
            <ac:cxnSpMk id="195" creationId="{14EF7838-F299-2413-2AC3-AEAA40A52B00}"/>
          </ac:cxnSpMkLst>
        </pc:cxnChg>
      </pc:sldChg>
      <pc:sldChg chg="delSp modSp add mod ord">
        <pc:chgData name="Carol Lu" userId="700d71c4-60d7-4e7a-acb4-5fbf50c4028f" providerId="ADAL" clId="{DD877BBC-D7D0-4B11-9FB5-E27AC648B5DF}" dt="2026-05-06T05:48:16.046" v="978" actId="20577"/>
        <pc:sldMkLst>
          <pc:docMk/>
          <pc:sldMk cId="336208626" sldId="2147471944"/>
        </pc:sldMkLst>
        <pc:spChg chg="mod">
          <ac:chgData name="Carol Lu" userId="700d71c4-60d7-4e7a-acb4-5fbf50c4028f" providerId="ADAL" clId="{DD877BBC-D7D0-4B11-9FB5-E27AC648B5DF}" dt="2026-05-06T01:51:51.965" v="653"/>
          <ac:spMkLst>
            <pc:docMk/>
            <pc:sldMk cId="336208626" sldId="2147471944"/>
            <ac:spMk id="2" creationId="{8EE92D82-23C4-10AF-E89B-94855F3CD038}"/>
          </ac:spMkLst>
        </pc:spChg>
        <pc:spChg chg="mod">
          <ac:chgData name="Carol Lu" userId="700d71c4-60d7-4e7a-acb4-5fbf50c4028f" providerId="ADAL" clId="{DD877BBC-D7D0-4B11-9FB5-E27AC648B5DF}" dt="2026-05-06T05:48:16.046" v="978" actId="20577"/>
          <ac:spMkLst>
            <pc:docMk/>
            <pc:sldMk cId="336208626" sldId="2147471944"/>
            <ac:spMk id="4" creationId="{AF396FD4-848F-52D6-D924-E3CA53A1C78F}"/>
          </ac:spMkLst>
        </pc:spChg>
      </pc:sldChg>
    </pc:docChg>
  </pc:docChgLst>
  <pc:docChgLst>
    <pc:chgData name="Oliver Wang" userId="7d14f873-ff92-4c6a-ac6d-38c0e6356c29" providerId="ADAL" clId="{F33985FD-256F-4FB5-AFAE-A45931E3B9C9}"/>
    <pc:docChg chg="undo custSel addSld delSld modSld sldOrd modSection">
      <pc:chgData name="Oliver Wang" userId="7d14f873-ff92-4c6a-ac6d-38c0e6356c29" providerId="ADAL" clId="{F33985FD-256F-4FB5-AFAE-A45931E3B9C9}" dt="2026-05-22T07:48:41.386" v="1638" actId="20577"/>
      <pc:docMkLst>
        <pc:docMk/>
      </pc:docMkLst>
      <pc:sldChg chg="modSp mod">
        <pc:chgData name="Oliver Wang" userId="7d14f873-ff92-4c6a-ac6d-38c0e6356c29" providerId="ADAL" clId="{F33985FD-256F-4FB5-AFAE-A45931E3B9C9}" dt="2026-05-06T05:54:52.522" v="5" actId="208"/>
        <pc:sldMkLst>
          <pc:docMk/>
          <pc:sldMk cId="226097240" sldId="2147471942"/>
        </pc:sldMkLst>
        <pc:spChg chg="mod">
          <ac:chgData name="Oliver Wang" userId="7d14f873-ff92-4c6a-ac6d-38c0e6356c29" providerId="ADAL" clId="{F33985FD-256F-4FB5-AFAE-A45931E3B9C9}" dt="2026-05-06T05:54:52.522" v="5" actId="208"/>
          <ac:spMkLst>
            <pc:docMk/>
            <pc:sldMk cId="226097240" sldId="2147471942"/>
            <ac:spMk id="15" creationId="{6DAA19E9-1D92-FFCB-07BD-08F73E0F2AF6}"/>
          </ac:spMkLst>
        </pc:spChg>
        <pc:spChg chg="mod">
          <ac:chgData name="Oliver Wang" userId="7d14f873-ff92-4c6a-ac6d-38c0e6356c29" providerId="ADAL" clId="{F33985FD-256F-4FB5-AFAE-A45931E3B9C9}" dt="2026-05-06T05:54:52.522" v="5" actId="208"/>
          <ac:spMkLst>
            <pc:docMk/>
            <pc:sldMk cId="226097240" sldId="2147471942"/>
            <ac:spMk id="19" creationId="{2A0AE92A-9A5D-6051-D17E-A52F145F7315}"/>
          </ac:spMkLst>
        </pc:spChg>
        <pc:spChg chg="mod">
          <ac:chgData name="Oliver Wang" userId="7d14f873-ff92-4c6a-ac6d-38c0e6356c29" providerId="ADAL" clId="{F33985FD-256F-4FB5-AFAE-A45931E3B9C9}" dt="2026-05-06T05:54:52.522" v="5" actId="208"/>
          <ac:spMkLst>
            <pc:docMk/>
            <pc:sldMk cId="226097240" sldId="2147471942"/>
            <ac:spMk id="194" creationId="{932EF116-4F81-76A1-9B20-E0BE3231462B}"/>
          </ac:spMkLst>
        </pc:spChg>
        <pc:spChg chg="mod">
          <ac:chgData name="Oliver Wang" userId="7d14f873-ff92-4c6a-ac6d-38c0e6356c29" providerId="ADAL" clId="{F33985FD-256F-4FB5-AFAE-A45931E3B9C9}" dt="2026-05-06T05:54:52.522" v="5" actId="208"/>
          <ac:spMkLst>
            <pc:docMk/>
            <pc:sldMk cId="226097240" sldId="2147471942"/>
            <ac:spMk id="196" creationId="{74545C99-CE3C-4054-7764-1A32BCC0757F}"/>
          </ac:spMkLst>
        </pc:spChg>
      </pc:sldChg>
      <pc:sldChg chg="delSp modSp mod">
        <pc:chgData name="Oliver Wang" userId="7d14f873-ff92-4c6a-ac6d-38c0e6356c29" providerId="ADAL" clId="{F33985FD-256F-4FB5-AFAE-A45931E3B9C9}" dt="2026-05-11T01:37:29.643" v="65" actId="20577"/>
        <pc:sldMkLst>
          <pc:docMk/>
          <pc:sldMk cId="3327207823" sldId="2147471943"/>
        </pc:sldMkLst>
        <pc:spChg chg="mod">
          <ac:chgData name="Oliver Wang" userId="7d14f873-ff92-4c6a-ac6d-38c0e6356c29" providerId="ADAL" clId="{F33985FD-256F-4FB5-AFAE-A45931E3B9C9}" dt="2026-05-11T01:37:29.643" v="65" actId="20577"/>
          <ac:spMkLst>
            <pc:docMk/>
            <pc:sldMk cId="3327207823" sldId="2147471943"/>
            <ac:spMk id="2" creationId="{D02C3BAE-5486-C0BF-C7D2-F7EA0FAE64A4}"/>
          </ac:spMkLst>
        </pc:spChg>
        <pc:spChg chg="mod">
          <ac:chgData name="Oliver Wang" userId="7d14f873-ff92-4c6a-ac6d-38c0e6356c29" providerId="ADAL" clId="{F33985FD-256F-4FB5-AFAE-A45931E3B9C9}" dt="2026-05-11T01:36:53.011" v="45" actId="1076"/>
          <ac:spMkLst>
            <pc:docMk/>
            <pc:sldMk cId="3327207823" sldId="2147471943"/>
            <ac:spMk id="18" creationId="{6637857E-30EA-877D-A2EA-9ACF190F2AEA}"/>
          </ac:spMkLst>
        </pc:spChg>
        <pc:spChg chg="mod">
          <ac:chgData name="Oliver Wang" userId="7d14f873-ff92-4c6a-ac6d-38c0e6356c29" providerId="ADAL" clId="{F33985FD-256F-4FB5-AFAE-A45931E3B9C9}" dt="2026-05-11T01:37:02.488" v="46" actId="1076"/>
          <ac:spMkLst>
            <pc:docMk/>
            <pc:sldMk cId="3327207823" sldId="2147471943"/>
            <ac:spMk id="19" creationId="{F9B40012-F6F6-D00E-2A02-1A2552D3F7F3}"/>
          </ac:spMkLst>
        </pc:spChg>
        <pc:spChg chg="mod">
          <ac:chgData name="Oliver Wang" userId="7d14f873-ff92-4c6a-ac6d-38c0e6356c29" providerId="ADAL" clId="{F33985FD-256F-4FB5-AFAE-A45931E3B9C9}" dt="2026-05-11T01:36:47.964" v="44" actId="1076"/>
          <ac:spMkLst>
            <pc:docMk/>
            <pc:sldMk cId="3327207823" sldId="2147471943"/>
            <ac:spMk id="179" creationId="{DC617752-652B-8952-1824-1B3AB511D170}"/>
          </ac:spMkLst>
        </pc:spChg>
        <pc:cxnChg chg="mod">
          <ac:chgData name="Oliver Wang" userId="7d14f873-ff92-4c6a-ac6d-38c0e6356c29" providerId="ADAL" clId="{F33985FD-256F-4FB5-AFAE-A45931E3B9C9}" dt="2026-05-11T01:37:02.488" v="46" actId="1076"/>
          <ac:cxnSpMkLst>
            <pc:docMk/>
            <pc:sldMk cId="3327207823" sldId="2147471943"/>
            <ac:cxnSpMk id="29" creationId="{E27F21FD-7101-DEFC-00AD-F905D5923267}"/>
          </ac:cxnSpMkLst>
        </pc:cxnChg>
        <pc:cxnChg chg="mod">
          <ac:chgData name="Oliver Wang" userId="7d14f873-ff92-4c6a-ac6d-38c0e6356c29" providerId="ADAL" clId="{F33985FD-256F-4FB5-AFAE-A45931E3B9C9}" dt="2026-05-11T01:36:53.011" v="45" actId="1076"/>
          <ac:cxnSpMkLst>
            <pc:docMk/>
            <pc:sldMk cId="3327207823" sldId="2147471943"/>
            <ac:cxnSpMk id="30" creationId="{FB57A149-2EA9-FA55-DB5D-CAD6D4995D5B}"/>
          </ac:cxnSpMkLst>
        </pc:cxnChg>
        <pc:cxnChg chg="mod">
          <ac:chgData name="Oliver Wang" userId="7d14f873-ff92-4c6a-ac6d-38c0e6356c29" providerId="ADAL" clId="{F33985FD-256F-4FB5-AFAE-A45931E3B9C9}" dt="2026-05-11T01:36:53.011" v="45" actId="1076"/>
          <ac:cxnSpMkLst>
            <pc:docMk/>
            <pc:sldMk cId="3327207823" sldId="2147471943"/>
            <ac:cxnSpMk id="31" creationId="{12AE2EDD-598C-480B-50D5-6DF1D92A324F}"/>
          </ac:cxnSpMkLst>
        </pc:cxnChg>
        <pc:cxnChg chg="mod">
          <ac:chgData name="Oliver Wang" userId="7d14f873-ff92-4c6a-ac6d-38c0e6356c29" providerId="ADAL" clId="{F33985FD-256F-4FB5-AFAE-A45931E3B9C9}" dt="2026-05-11T01:36:53.011" v="45" actId="1076"/>
          <ac:cxnSpMkLst>
            <pc:docMk/>
            <pc:sldMk cId="3327207823" sldId="2147471943"/>
            <ac:cxnSpMk id="41" creationId="{9E4C5896-7C0C-F565-46E7-2E0101D914AB}"/>
          </ac:cxnSpMkLst>
        </pc:cxnChg>
        <pc:cxnChg chg="mod">
          <ac:chgData name="Oliver Wang" userId="7d14f873-ff92-4c6a-ac6d-38c0e6356c29" providerId="ADAL" clId="{F33985FD-256F-4FB5-AFAE-A45931E3B9C9}" dt="2026-05-11T01:36:47.964" v="44" actId="1076"/>
          <ac:cxnSpMkLst>
            <pc:docMk/>
            <pc:sldMk cId="3327207823" sldId="2147471943"/>
            <ac:cxnSpMk id="44" creationId="{F3F60BFD-A1F2-02C5-5008-F15DE80E4097}"/>
          </ac:cxnSpMkLst>
        </pc:cxnChg>
        <pc:cxnChg chg="mod">
          <ac:chgData name="Oliver Wang" userId="7d14f873-ff92-4c6a-ac6d-38c0e6356c29" providerId="ADAL" clId="{F33985FD-256F-4FB5-AFAE-A45931E3B9C9}" dt="2026-05-11T01:37:02.488" v="46" actId="1076"/>
          <ac:cxnSpMkLst>
            <pc:docMk/>
            <pc:sldMk cId="3327207823" sldId="2147471943"/>
            <ac:cxnSpMk id="133" creationId="{767043BE-9475-71F0-D3E1-74493CF51278}"/>
          </ac:cxnSpMkLst>
        </pc:cxnChg>
        <pc:cxnChg chg="mod">
          <ac:chgData name="Oliver Wang" userId="7d14f873-ff92-4c6a-ac6d-38c0e6356c29" providerId="ADAL" clId="{F33985FD-256F-4FB5-AFAE-A45931E3B9C9}" dt="2026-05-11T01:36:53.011" v="45" actId="1076"/>
          <ac:cxnSpMkLst>
            <pc:docMk/>
            <pc:sldMk cId="3327207823" sldId="2147471943"/>
            <ac:cxnSpMk id="153" creationId="{AD08E408-E475-7C9B-D134-D56B79E06D20}"/>
          </ac:cxnSpMkLst>
        </pc:cxnChg>
        <pc:cxnChg chg="mod">
          <ac:chgData name="Oliver Wang" userId="7d14f873-ff92-4c6a-ac6d-38c0e6356c29" providerId="ADAL" clId="{F33985FD-256F-4FB5-AFAE-A45931E3B9C9}" dt="2026-05-11T01:37:02.488" v="46" actId="1076"/>
          <ac:cxnSpMkLst>
            <pc:docMk/>
            <pc:sldMk cId="3327207823" sldId="2147471943"/>
            <ac:cxnSpMk id="176" creationId="{2B027D98-895D-7BEE-B7E7-008DC709672C}"/>
          </ac:cxnSpMkLst>
        </pc:cxnChg>
        <pc:cxnChg chg="mod">
          <ac:chgData name="Oliver Wang" userId="7d14f873-ff92-4c6a-ac6d-38c0e6356c29" providerId="ADAL" clId="{F33985FD-256F-4FB5-AFAE-A45931E3B9C9}" dt="2026-05-11T01:36:53.011" v="45" actId="1076"/>
          <ac:cxnSpMkLst>
            <pc:docMk/>
            <pc:sldMk cId="3327207823" sldId="2147471943"/>
            <ac:cxnSpMk id="180" creationId="{19CED873-1994-F87A-58D4-144B31A54D71}"/>
          </ac:cxnSpMkLst>
        </pc:cxnChg>
      </pc:sldChg>
      <pc:sldChg chg="addSp delSp modSp new mod modClrScheme chgLayout">
        <pc:chgData name="Oliver Wang" userId="7d14f873-ff92-4c6a-ac6d-38c0e6356c29" providerId="ADAL" clId="{F33985FD-256F-4FB5-AFAE-A45931E3B9C9}" dt="2026-05-11T05:59:45.435" v="362" actId="20577"/>
        <pc:sldMkLst>
          <pc:docMk/>
          <pc:sldMk cId="2053446077" sldId="2147471945"/>
        </pc:sldMkLst>
        <pc:spChg chg="add mod ord">
          <ac:chgData name="Oliver Wang" userId="7d14f873-ff92-4c6a-ac6d-38c0e6356c29" providerId="ADAL" clId="{F33985FD-256F-4FB5-AFAE-A45931E3B9C9}" dt="2026-05-11T05:59:01.550" v="231" actId="700"/>
          <ac:spMkLst>
            <pc:docMk/>
            <pc:sldMk cId="2053446077" sldId="2147471945"/>
            <ac:spMk id="5" creationId="{8F8C4160-14D5-5D32-E644-24BBE3278344}"/>
          </ac:spMkLst>
        </pc:spChg>
        <pc:spChg chg="add mod ord">
          <ac:chgData name="Oliver Wang" userId="7d14f873-ff92-4c6a-ac6d-38c0e6356c29" providerId="ADAL" clId="{F33985FD-256F-4FB5-AFAE-A45931E3B9C9}" dt="2026-05-11T05:59:45.435" v="362" actId="20577"/>
          <ac:spMkLst>
            <pc:docMk/>
            <pc:sldMk cId="2053446077" sldId="2147471945"/>
            <ac:spMk id="6" creationId="{BB34A3F1-5C78-F335-0FB1-0E278E730395}"/>
          </ac:spMkLst>
        </pc:spChg>
      </pc:sldChg>
      <pc:sldChg chg="addSp delSp modSp new mod ord modNotesTx">
        <pc:chgData name="Oliver Wang" userId="7d14f873-ff92-4c6a-ac6d-38c0e6356c29" providerId="ADAL" clId="{F33985FD-256F-4FB5-AFAE-A45931E3B9C9}" dt="2026-05-22T07:48:41.386" v="1638" actId="20577"/>
        <pc:sldMkLst>
          <pc:docMk/>
          <pc:sldMk cId="3022292851" sldId="2147471946"/>
        </pc:sldMkLst>
        <pc:spChg chg="mod">
          <ac:chgData name="Oliver Wang" userId="7d14f873-ff92-4c6a-ac6d-38c0e6356c29" providerId="ADAL" clId="{F33985FD-256F-4FB5-AFAE-A45931E3B9C9}" dt="2026-05-13T03:25:53.884" v="414"/>
          <ac:spMkLst>
            <pc:docMk/>
            <pc:sldMk cId="3022292851" sldId="2147471946"/>
            <ac:spMk id="2" creationId="{CDB2116D-A7BA-1A98-BB9B-DB49FC240F9E}"/>
          </ac:spMkLst>
        </pc:spChg>
        <pc:graphicFrameChg chg="add mod modGraphic">
          <ac:chgData name="Oliver Wang" userId="7d14f873-ff92-4c6a-ac6d-38c0e6356c29" providerId="ADAL" clId="{F33985FD-256F-4FB5-AFAE-A45931E3B9C9}" dt="2026-05-22T07:48:05.862" v="1637"/>
          <ac:graphicFrameMkLst>
            <pc:docMk/>
            <pc:sldMk cId="3022292851" sldId="2147471946"/>
            <ac:graphicFrameMk id="4" creationId="{01EFA31D-A5A9-9247-BFD8-52F1388A3110}"/>
          </ac:graphicFrameMkLst>
        </pc:graphicFrameChg>
        <pc:cxnChg chg="add mod">
          <ac:chgData name="Oliver Wang" userId="7d14f873-ff92-4c6a-ac6d-38c0e6356c29" providerId="ADAL" clId="{F33985FD-256F-4FB5-AFAE-A45931E3B9C9}" dt="2026-05-22T00:51:14.780" v="1296"/>
          <ac:cxnSpMkLst>
            <pc:docMk/>
            <pc:sldMk cId="3022292851" sldId="2147471946"/>
            <ac:cxnSpMk id="3" creationId="{7C770D9C-AD7D-9D08-C345-16E39C9F8838}"/>
          </ac:cxnSpMkLst>
        </pc:cxnChg>
      </pc:sldChg>
      <pc:sldChg chg="addSp delSp modSp add mod">
        <pc:chgData name="Oliver Wang" userId="7d14f873-ff92-4c6a-ac6d-38c0e6356c29" providerId="ADAL" clId="{F33985FD-256F-4FB5-AFAE-A45931E3B9C9}" dt="2026-05-22T01:00:39.528" v="1479" actId="20577"/>
        <pc:sldMkLst>
          <pc:docMk/>
          <pc:sldMk cId="3735077943" sldId="2147471947"/>
        </pc:sldMkLst>
        <pc:spChg chg="mod">
          <ac:chgData name="Oliver Wang" userId="7d14f873-ff92-4c6a-ac6d-38c0e6356c29" providerId="ADAL" clId="{F33985FD-256F-4FB5-AFAE-A45931E3B9C9}" dt="2026-05-22T01:00:39.528" v="1479" actId="20577"/>
          <ac:spMkLst>
            <pc:docMk/>
            <pc:sldMk cId="3735077943" sldId="2147471947"/>
            <ac:spMk id="2" creationId="{7C9DABD9-4DA7-6A8E-E8A4-D8FE6BDC46EA}"/>
          </ac:spMkLst>
        </pc:spChg>
        <pc:spChg chg="add del">
          <ac:chgData name="Oliver Wang" userId="7d14f873-ff92-4c6a-ac6d-38c0e6356c29" providerId="ADAL" clId="{F33985FD-256F-4FB5-AFAE-A45931E3B9C9}" dt="2026-05-22T00:45:06.528" v="1212" actId="478"/>
          <ac:spMkLst>
            <pc:docMk/>
            <pc:sldMk cId="3735077943" sldId="2147471947"/>
            <ac:spMk id="3" creationId="{8A94572E-6825-955F-96DD-1D3417AFFAE5}"/>
          </ac:spMkLst>
        </pc:spChg>
        <pc:spChg chg="add del">
          <ac:chgData name="Oliver Wang" userId="7d14f873-ff92-4c6a-ac6d-38c0e6356c29" providerId="ADAL" clId="{F33985FD-256F-4FB5-AFAE-A45931E3B9C9}" dt="2026-05-22T00:45:06.528" v="1212" actId="478"/>
          <ac:spMkLst>
            <pc:docMk/>
            <pc:sldMk cId="3735077943" sldId="2147471947"/>
            <ac:spMk id="4" creationId="{905F0AF5-73AD-9ABE-FD82-AA1740EE0B31}"/>
          </ac:spMkLst>
        </pc:spChg>
        <pc:spChg chg="add del">
          <ac:chgData name="Oliver Wang" userId="7d14f873-ff92-4c6a-ac6d-38c0e6356c29" providerId="ADAL" clId="{F33985FD-256F-4FB5-AFAE-A45931E3B9C9}" dt="2026-05-22T00:45:06.528" v="1212" actId="478"/>
          <ac:spMkLst>
            <pc:docMk/>
            <pc:sldMk cId="3735077943" sldId="2147471947"/>
            <ac:spMk id="5" creationId="{B8967636-A1AF-C9FB-84C8-5E9D6A25C712}"/>
          </ac:spMkLst>
        </pc:spChg>
        <pc:spChg chg="mod">
          <ac:chgData name="Oliver Wang" userId="7d14f873-ff92-4c6a-ac6d-38c0e6356c29" providerId="ADAL" clId="{F33985FD-256F-4FB5-AFAE-A45931E3B9C9}" dt="2026-05-22T00:45:33.388" v="1213" actId="108"/>
          <ac:spMkLst>
            <pc:docMk/>
            <pc:sldMk cId="3735077943" sldId="2147471947"/>
            <ac:spMk id="12" creationId="{FAE053F7-3BEC-1A18-1F89-5916594435C4}"/>
          </ac:spMkLst>
        </pc:spChg>
        <pc:spChg chg="mod">
          <ac:chgData name="Oliver Wang" userId="7d14f873-ff92-4c6a-ac6d-38c0e6356c29" providerId="ADAL" clId="{F33985FD-256F-4FB5-AFAE-A45931E3B9C9}" dt="2026-05-22T00:47:56.436" v="1281"/>
          <ac:spMkLst>
            <pc:docMk/>
            <pc:sldMk cId="3735077943" sldId="2147471947"/>
            <ac:spMk id="14" creationId="{1F53A698-8B57-161D-9DEA-97E7B93F55C1}"/>
          </ac:spMkLst>
        </pc:spChg>
        <pc:spChg chg="mod">
          <ac:chgData name="Oliver Wang" userId="7d14f873-ff92-4c6a-ac6d-38c0e6356c29" providerId="ADAL" clId="{F33985FD-256F-4FB5-AFAE-A45931E3B9C9}" dt="2026-05-22T00:45:58.763" v="1215" actId="207"/>
          <ac:spMkLst>
            <pc:docMk/>
            <pc:sldMk cId="3735077943" sldId="2147471947"/>
            <ac:spMk id="17" creationId="{F7861D87-A9F8-4869-2CE3-056A4A87704A}"/>
          </ac:spMkLst>
        </pc:spChg>
        <pc:spChg chg="mod">
          <ac:chgData name="Oliver Wang" userId="7d14f873-ff92-4c6a-ac6d-38c0e6356c29" providerId="ADAL" clId="{F33985FD-256F-4FB5-AFAE-A45931E3B9C9}" dt="2026-05-22T00:46:19.512" v="1216" actId="108"/>
          <ac:spMkLst>
            <pc:docMk/>
            <pc:sldMk cId="3735077943" sldId="2147471947"/>
            <ac:spMk id="18" creationId="{0276DB07-406C-B890-05AD-5F25B9C15553}"/>
          </ac:spMkLst>
        </pc:spChg>
        <pc:spChg chg="add del">
          <ac:chgData name="Oliver Wang" userId="7d14f873-ff92-4c6a-ac6d-38c0e6356c29" providerId="ADAL" clId="{F33985FD-256F-4FB5-AFAE-A45931E3B9C9}" dt="2026-05-22T00:45:06.528" v="1212" actId="478"/>
          <ac:spMkLst>
            <pc:docMk/>
            <pc:sldMk cId="3735077943" sldId="2147471947"/>
            <ac:spMk id="32" creationId="{78E0A8D0-7850-0F4D-4F35-60EB7119D779}"/>
          </ac:spMkLst>
        </pc:spChg>
        <pc:spChg chg="mod">
          <ac:chgData name="Oliver Wang" userId="7d14f873-ff92-4c6a-ac6d-38c0e6356c29" providerId="ADAL" clId="{F33985FD-256F-4FB5-AFAE-A45931E3B9C9}" dt="2026-05-22T00:45:58.763" v="1215" actId="207"/>
          <ac:spMkLst>
            <pc:docMk/>
            <pc:sldMk cId="3735077943" sldId="2147471947"/>
            <ac:spMk id="33" creationId="{85D7F388-8203-4C98-7D3B-90C8C3217ADB}"/>
          </ac:spMkLst>
        </pc:spChg>
        <pc:spChg chg="mod">
          <ac:chgData name="Oliver Wang" userId="7d14f873-ff92-4c6a-ac6d-38c0e6356c29" providerId="ADAL" clId="{F33985FD-256F-4FB5-AFAE-A45931E3B9C9}" dt="2026-05-22T00:45:58.763" v="1215" actId="207"/>
          <ac:spMkLst>
            <pc:docMk/>
            <pc:sldMk cId="3735077943" sldId="2147471947"/>
            <ac:spMk id="34" creationId="{BF94ACDF-0530-F5C8-8B62-35EDB14123EA}"/>
          </ac:spMkLst>
        </pc:spChg>
        <pc:spChg chg="mod">
          <ac:chgData name="Oliver Wang" userId="7d14f873-ff92-4c6a-ac6d-38c0e6356c29" providerId="ADAL" clId="{F33985FD-256F-4FB5-AFAE-A45931E3B9C9}" dt="2026-05-22T00:45:35.110" v="1214" actId="108"/>
          <ac:spMkLst>
            <pc:docMk/>
            <pc:sldMk cId="3735077943" sldId="2147471947"/>
            <ac:spMk id="35" creationId="{CD90E5BA-37F3-CC06-969E-B6541351C3E0}"/>
          </ac:spMkLst>
        </pc:spChg>
        <pc:spChg chg="mod">
          <ac:chgData name="Oliver Wang" userId="7d14f873-ff92-4c6a-ac6d-38c0e6356c29" providerId="ADAL" clId="{F33985FD-256F-4FB5-AFAE-A45931E3B9C9}" dt="2026-05-22T00:47:48.904" v="1263"/>
          <ac:spMkLst>
            <pc:docMk/>
            <pc:sldMk cId="3735077943" sldId="2147471947"/>
            <ac:spMk id="51" creationId="{78529215-04CC-A020-82AC-08D53EB1BE2F}"/>
          </ac:spMkLst>
        </pc:spChg>
        <pc:spChg chg="mod">
          <ac:chgData name="Oliver Wang" userId="7d14f873-ff92-4c6a-ac6d-38c0e6356c29" providerId="ADAL" clId="{F33985FD-256F-4FB5-AFAE-A45931E3B9C9}" dt="2026-05-22T00:46:40.951" v="1218" actId="120"/>
          <ac:spMkLst>
            <pc:docMk/>
            <pc:sldMk cId="3735077943" sldId="2147471947"/>
            <ac:spMk id="52" creationId="{FBDDAFB2-A3CB-D1CE-68A1-930E21EE7F7B}"/>
          </ac:spMkLst>
        </pc:spChg>
        <pc:spChg chg="mod">
          <ac:chgData name="Oliver Wang" userId="7d14f873-ff92-4c6a-ac6d-38c0e6356c29" providerId="ADAL" clId="{F33985FD-256F-4FB5-AFAE-A45931E3B9C9}" dt="2026-05-22T00:59:23.998" v="1475" actId="6549"/>
          <ac:spMkLst>
            <pc:docMk/>
            <pc:sldMk cId="3735077943" sldId="2147471947"/>
            <ac:spMk id="141" creationId="{A5AB35F5-A6D7-33A3-6B4A-66BE899F3C3D}"/>
          </ac:spMkLst>
        </pc:spChg>
        <pc:spChg chg="mod">
          <ac:chgData name="Oliver Wang" userId="7d14f873-ff92-4c6a-ac6d-38c0e6356c29" providerId="ADAL" clId="{F33985FD-256F-4FB5-AFAE-A45931E3B9C9}" dt="2026-05-22T00:59:21.368" v="1473" actId="6549"/>
          <ac:spMkLst>
            <pc:docMk/>
            <pc:sldMk cId="3735077943" sldId="2147471947"/>
            <ac:spMk id="142" creationId="{7EEF89FE-6B18-E389-29B0-28F67438C9D3}"/>
          </ac:spMkLst>
        </pc:spChg>
        <pc:spChg chg="mod">
          <ac:chgData name="Oliver Wang" userId="7d14f873-ff92-4c6a-ac6d-38c0e6356c29" providerId="ADAL" clId="{F33985FD-256F-4FB5-AFAE-A45931E3B9C9}" dt="2026-05-22T00:57:22.630" v="1465"/>
          <ac:spMkLst>
            <pc:docMk/>
            <pc:sldMk cId="3735077943" sldId="2147471947"/>
            <ac:spMk id="143" creationId="{F1A783AA-72B7-6752-BEA4-991E3322089F}"/>
          </ac:spMkLst>
        </pc:spChg>
        <pc:spChg chg="mod">
          <ac:chgData name="Oliver Wang" userId="7d14f873-ff92-4c6a-ac6d-38c0e6356c29" providerId="ADAL" clId="{F33985FD-256F-4FB5-AFAE-A45931E3B9C9}" dt="2026-05-22T00:57:41.534" v="1466" actId="108"/>
          <ac:spMkLst>
            <pc:docMk/>
            <pc:sldMk cId="3735077943" sldId="2147471947"/>
            <ac:spMk id="179" creationId="{D7405B41-1721-96BE-FF8F-5FF066FE2756}"/>
          </ac:spMkLst>
        </pc:spChg>
        <pc:cxnChg chg="add del mod">
          <ac:chgData name="Oliver Wang" userId="7d14f873-ff92-4c6a-ac6d-38c0e6356c29" providerId="ADAL" clId="{F33985FD-256F-4FB5-AFAE-A45931E3B9C9}" dt="2026-05-22T00:45:06.528" v="1212" actId="478"/>
          <ac:cxnSpMkLst>
            <pc:docMk/>
            <pc:sldMk cId="3735077943" sldId="2147471947"/>
            <ac:cxnSpMk id="8" creationId="{C6B1FC8E-5200-09AD-53A8-786F2D914909}"/>
          </ac:cxnSpMkLst>
        </pc:cxnChg>
        <pc:cxnChg chg="add del mod">
          <ac:chgData name="Oliver Wang" userId="7d14f873-ff92-4c6a-ac6d-38c0e6356c29" providerId="ADAL" clId="{F33985FD-256F-4FB5-AFAE-A45931E3B9C9}" dt="2026-05-22T00:45:06.528" v="1212" actId="478"/>
          <ac:cxnSpMkLst>
            <pc:docMk/>
            <pc:sldMk cId="3735077943" sldId="2147471947"/>
            <ac:cxnSpMk id="9" creationId="{3EB962F8-D97B-92D0-661C-E97AC078FA5F}"/>
          </ac:cxnSpMkLst>
        </pc:cxnChg>
        <pc:cxnChg chg="add del mod">
          <ac:chgData name="Oliver Wang" userId="7d14f873-ff92-4c6a-ac6d-38c0e6356c29" providerId="ADAL" clId="{F33985FD-256F-4FB5-AFAE-A45931E3B9C9}" dt="2026-05-22T00:45:06.528" v="1212" actId="478"/>
          <ac:cxnSpMkLst>
            <pc:docMk/>
            <pc:sldMk cId="3735077943" sldId="2147471947"/>
            <ac:cxnSpMk id="10" creationId="{53977A1A-A029-C426-6EC3-2955AE4C6441}"/>
          </ac:cxnSpMkLst>
        </pc:cxnChg>
        <pc:cxnChg chg="add del mod">
          <ac:chgData name="Oliver Wang" userId="7d14f873-ff92-4c6a-ac6d-38c0e6356c29" providerId="ADAL" clId="{F33985FD-256F-4FB5-AFAE-A45931E3B9C9}" dt="2026-05-22T00:45:06.528" v="1212" actId="478"/>
          <ac:cxnSpMkLst>
            <pc:docMk/>
            <pc:sldMk cId="3735077943" sldId="2147471947"/>
            <ac:cxnSpMk id="11" creationId="{6A97F18B-DC1F-F8CE-2625-CE7F0CD0C525}"/>
          </ac:cxnSpMkLst>
        </pc:cxnChg>
        <pc:cxnChg chg="add mod">
          <ac:chgData name="Oliver Wang" userId="7d14f873-ff92-4c6a-ac6d-38c0e6356c29" providerId="ADAL" clId="{F33985FD-256F-4FB5-AFAE-A45931E3B9C9}" dt="2026-05-22T00:48:44.403" v="1288" actId="1582"/>
          <ac:cxnSpMkLst>
            <pc:docMk/>
            <pc:sldMk cId="3735077943" sldId="2147471947"/>
            <ac:cxnSpMk id="25" creationId="{195A5819-1302-5AAD-5F7B-A73D7AC7887E}"/>
          </ac:cxnSpMkLst>
        </pc:cxnChg>
        <pc:cxnChg chg="add del mod">
          <ac:chgData name="Oliver Wang" userId="7d14f873-ff92-4c6a-ac6d-38c0e6356c29" providerId="ADAL" clId="{F33985FD-256F-4FB5-AFAE-A45931E3B9C9}" dt="2026-05-22T00:45:06.528" v="1212" actId="478"/>
          <ac:cxnSpMkLst>
            <pc:docMk/>
            <pc:sldMk cId="3735077943" sldId="2147471947"/>
            <ac:cxnSpMk id="39" creationId="{029EAF00-CA49-C7E6-C119-6FC943EA5FA1}"/>
          </ac:cxnSpMkLst>
        </pc:cxnChg>
      </pc:sldChg>
      <pc:sldChg chg="delSp modSp add mod">
        <pc:chgData name="Oliver Wang" userId="7d14f873-ff92-4c6a-ac6d-38c0e6356c29" providerId="ADAL" clId="{F33985FD-256F-4FB5-AFAE-A45931E3B9C9}" dt="2026-05-22T02:33:21.777" v="1484" actId="478"/>
        <pc:sldMkLst>
          <pc:docMk/>
          <pc:sldMk cId="4175243480" sldId="2147471948"/>
        </pc:sldMkLst>
        <pc:spChg chg="del">
          <ac:chgData name="Oliver Wang" userId="7d14f873-ff92-4c6a-ac6d-38c0e6356c29" providerId="ADAL" clId="{F33985FD-256F-4FB5-AFAE-A45931E3B9C9}" dt="2026-05-22T02:33:21.777" v="1484" actId="478"/>
          <ac:spMkLst>
            <pc:docMk/>
            <pc:sldMk cId="4175243480" sldId="2147471948"/>
            <ac:spMk id="3" creationId="{C7031AE2-30A1-D466-82A6-395D8C8F509B}"/>
          </ac:spMkLst>
        </pc:spChg>
        <pc:spChg chg="del">
          <ac:chgData name="Oliver Wang" userId="7d14f873-ff92-4c6a-ac6d-38c0e6356c29" providerId="ADAL" clId="{F33985FD-256F-4FB5-AFAE-A45931E3B9C9}" dt="2026-05-22T02:33:21.777" v="1484" actId="478"/>
          <ac:spMkLst>
            <pc:docMk/>
            <pc:sldMk cId="4175243480" sldId="2147471948"/>
            <ac:spMk id="4" creationId="{5DD75C68-8AB4-876F-104F-B6AC76FF7CA9}"/>
          </ac:spMkLst>
        </pc:spChg>
        <pc:spChg chg="del">
          <ac:chgData name="Oliver Wang" userId="7d14f873-ff92-4c6a-ac6d-38c0e6356c29" providerId="ADAL" clId="{F33985FD-256F-4FB5-AFAE-A45931E3B9C9}" dt="2026-05-22T02:33:21.777" v="1484" actId="478"/>
          <ac:spMkLst>
            <pc:docMk/>
            <pc:sldMk cId="4175243480" sldId="2147471948"/>
            <ac:spMk id="5" creationId="{DAB03949-0E99-05BC-2727-C6A3557FE420}"/>
          </ac:spMkLst>
        </pc:spChg>
        <pc:spChg chg="del">
          <ac:chgData name="Oliver Wang" userId="7d14f873-ff92-4c6a-ac6d-38c0e6356c29" providerId="ADAL" clId="{F33985FD-256F-4FB5-AFAE-A45931E3B9C9}" dt="2026-05-22T02:33:11.134" v="1481" actId="478"/>
          <ac:spMkLst>
            <pc:docMk/>
            <pc:sldMk cId="4175243480" sldId="2147471948"/>
            <ac:spMk id="13" creationId="{94B99EFD-4E0F-EA09-E101-5DEF3D51A583}"/>
          </ac:spMkLst>
        </pc:spChg>
        <pc:spChg chg="del">
          <ac:chgData name="Oliver Wang" userId="7d14f873-ff92-4c6a-ac6d-38c0e6356c29" providerId="ADAL" clId="{F33985FD-256F-4FB5-AFAE-A45931E3B9C9}" dt="2026-05-22T02:33:11.134" v="1481" actId="478"/>
          <ac:spMkLst>
            <pc:docMk/>
            <pc:sldMk cId="4175243480" sldId="2147471948"/>
            <ac:spMk id="15" creationId="{32CDF91B-E4EA-341D-A230-3167CF07DE9A}"/>
          </ac:spMkLst>
        </pc:spChg>
        <pc:spChg chg="del">
          <ac:chgData name="Oliver Wang" userId="7d14f873-ff92-4c6a-ac6d-38c0e6356c29" providerId="ADAL" clId="{F33985FD-256F-4FB5-AFAE-A45931E3B9C9}" dt="2026-05-22T02:33:18.588" v="1483" actId="478"/>
          <ac:spMkLst>
            <pc:docMk/>
            <pc:sldMk cId="4175243480" sldId="2147471948"/>
            <ac:spMk id="18" creationId="{0FB2A37C-EA85-F46F-D16A-A9DEE9DCBA2D}"/>
          </ac:spMkLst>
        </pc:spChg>
        <pc:spChg chg="del">
          <ac:chgData name="Oliver Wang" userId="7d14f873-ff92-4c6a-ac6d-38c0e6356c29" providerId="ADAL" clId="{F33985FD-256F-4FB5-AFAE-A45931E3B9C9}" dt="2026-05-22T02:33:11.134" v="1481" actId="478"/>
          <ac:spMkLst>
            <pc:docMk/>
            <pc:sldMk cId="4175243480" sldId="2147471948"/>
            <ac:spMk id="19" creationId="{0BC1B2DF-2B0D-D967-25D0-EBB3B8D4CDC2}"/>
          </ac:spMkLst>
        </pc:spChg>
        <pc:spChg chg="del">
          <ac:chgData name="Oliver Wang" userId="7d14f873-ff92-4c6a-ac6d-38c0e6356c29" providerId="ADAL" clId="{F33985FD-256F-4FB5-AFAE-A45931E3B9C9}" dt="2026-05-22T02:33:15.483" v="1482" actId="478"/>
          <ac:spMkLst>
            <pc:docMk/>
            <pc:sldMk cId="4175243480" sldId="2147471948"/>
            <ac:spMk id="22" creationId="{643DAEA5-42DA-C2C8-C5A8-A9D1F9C0D3CC}"/>
          </ac:spMkLst>
        </pc:spChg>
        <pc:spChg chg="del">
          <ac:chgData name="Oliver Wang" userId="7d14f873-ff92-4c6a-ac6d-38c0e6356c29" providerId="ADAL" clId="{F33985FD-256F-4FB5-AFAE-A45931E3B9C9}" dt="2026-05-22T02:33:15.483" v="1482" actId="478"/>
          <ac:spMkLst>
            <pc:docMk/>
            <pc:sldMk cId="4175243480" sldId="2147471948"/>
            <ac:spMk id="23" creationId="{C53F1B5C-4837-7009-61D9-B46E749D03F1}"/>
          </ac:spMkLst>
        </pc:spChg>
        <pc:spChg chg="del">
          <ac:chgData name="Oliver Wang" userId="7d14f873-ff92-4c6a-ac6d-38c0e6356c29" providerId="ADAL" clId="{F33985FD-256F-4FB5-AFAE-A45931E3B9C9}" dt="2026-05-22T02:33:15.483" v="1482" actId="478"/>
          <ac:spMkLst>
            <pc:docMk/>
            <pc:sldMk cId="4175243480" sldId="2147471948"/>
            <ac:spMk id="24" creationId="{F4DBB9A3-BBDC-12B6-9D25-1C6BD470ED82}"/>
          </ac:spMkLst>
        </pc:spChg>
        <pc:spChg chg="del">
          <ac:chgData name="Oliver Wang" userId="7d14f873-ff92-4c6a-ac6d-38c0e6356c29" providerId="ADAL" clId="{F33985FD-256F-4FB5-AFAE-A45931E3B9C9}" dt="2026-05-22T02:33:15.483" v="1482" actId="478"/>
          <ac:spMkLst>
            <pc:docMk/>
            <pc:sldMk cId="4175243480" sldId="2147471948"/>
            <ac:spMk id="26" creationId="{17E0706B-DF71-E21F-C787-E2396E7F9A20}"/>
          </ac:spMkLst>
        </pc:spChg>
        <pc:spChg chg="del">
          <ac:chgData name="Oliver Wang" userId="7d14f873-ff92-4c6a-ac6d-38c0e6356c29" providerId="ADAL" clId="{F33985FD-256F-4FB5-AFAE-A45931E3B9C9}" dt="2026-05-22T02:33:15.483" v="1482" actId="478"/>
          <ac:spMkLst>
            <pc:docMk/>
            <pc:sldMk cId="4175243480" sldId="2147471948"/>
            <ac:spMk id="28" creationId="{1EBF2C4A-A4BC-169E-1C62-5B9034796003}"/>
          </ac:spMkLst>
        </pc:spChg>
        <pc:spChg chg="del">
          <ac:chgData name="Oliver Wang" userId="7d14f873-ff92-4c6a-ac6d-38c0e6356c29" providerId="ADAL" clId="{F33985FD-256F-4FB5-AFAE-A45931E3B9C9}" dt="2026-05-22T02:33:21.777" v="1484" actId="478"/>
          <ac:spMkLst>
            <pc:docMk/>
            <pc:sldMk cId="4175243480" sldId="2147471948"/>
            <ac:spMk id="32" creationId="{1F6F2F13-331D-0533-DD31-DFCBBD53B392}"/>
          </ac:spMkLst>
        </pc:spChg>
        <pc:spChg chg="del">
          <ac:chgData name="Oliver Wang" userId="7d14f873-ff92-4c6a-ac6d-38c0e6356c29" providerId="ADAL" clId="{F33985FD-256F-4FB5-AFAE-A45931E3B9C9}" dt="2026-05-22T02:33:11.134" v="1481" actId="478"/>
          <ac:spMkLst>
            <pc:docMk/>
            <pc:sldMk cId="4175243480" sldId="2147471948"/>
            <ac:spMk id="193" creationId="{E5231DC6-DA33-69AB-A9C6-642BB6EDD0EE}"/>
          </ac:spMkLst>
        </pc:spChg>
        <pc:spChg chg="del">
          <ac:chgData name="Oliver Wang" userId="7d14f873-ff92-4c6a-ac6d-38c0e6356c29" providerId="ADAL" clId="{F33985FD-256F-4FB5-AFAE-A45931E3B9C9}" dt="2026-05-22T02:33:11.134" v="1481" actId="478"/>
          <ac:spMkLst>
            <pc:docMk/>
            <pc:sldMk cId="4175243480" sldId="2147471948"/>
            <ac:spMk id="194" creationId="{4C9C6CF5-9C83-C20F-035B-6410D5011288}"/>
          </ac:spMkLst>
        </pc:spChg>
        <pc:spChg chg="del">
          <ac:chgData name="Oliver Wang" userId="7d14f873-ff92-4c6a-ac6d-38c0e6356c29" providerId="ADAL" clId="{F33985FD-256F-4FB5-AFAE-A45931E3B9C9}" dt="2026-05-22T02:33:11.134" v="1481" actId="478"/>
          <ac:spMkLst>
            <pc:docMk/>
            <pc:sldMk cId="4175243480" sldId="2147471948"/>
            <ac:spMk id="196" creationId="{06965CDF-A266-D634-8149-540A0AA8C19E}"/>
          </ac:spMkLst>
        </pc:spChg>
        <pc:cxnChg chg="del mod">
          <ac:chgData name="Oliver Wang" userId="7d14f873-ff92-4c6a-ac6d-38c0e6356c29" providerId="ADAL" clId="{F33985FD-256F-4FB5-AFAE-A45931E3B9C9}" dt="2026-05-22T02:33:21.777" v="1484" actId="478"/>
          <ac:cxnSpMkLst>
            <pc:docMk/>
            <pc:sldMk cId="4175243480" sldId="2147471948"/>
            <ac:cxnSpMk id="8" creationId="{1DBB976F-0868-0AA6-AE71-122632B1E0D6}"/>
          </ac:cxnSpMkLst>
        </pc:cxnChg>
        <pc:cxnChg chg="del mod">
          <ac:chgData name="Oliver Wang" userId="7d14f873-ff92-4c6a-ac6d-38c0e6356c29" providerId="ADAL" clId="{F33985FD-256F-4FB5-AFAE-A45931E3B9C9}" dt="2026-05-22T02:33:21.777" v="1484" actId="478"/>
          <ac:cxnSpMkLst>
            <pc:docMk/>
            <pc:sldMk cId="4175243480" sldId="2147471948"/>
            <ac:cxnSpMk id="9" creationId="{8CB62D31-2BAF-0906-4630-F4F747105089}"/>
          </ac:cxnSpMkLst>
        </pc:cxnChg>
        <pc:cxnChg chg="del mod">
          <ac:chgData name="Oliver Wang" userId="7d14f873-ff92-4c6a-ac6d-38c0e6356c29" providerId="ADAL" clId="{F33985FD-256F-4FB5-AFAE-A45931E3B9C9}" dt="2026-05-22T02:33:21.777" v="1484" actId="478"/>
          <ac:cxnSpMkLst>
            <pc:docMk/>
            <pc:sldMk cId="4175243480" sldId="2147471948"/>
            <ac:cxnSpMk id="10" creationId="{0F77780A-B852-1004-8C04-2B33C78C0EFC}"/>
          </ac:cxnSpMkLst>
        </pc:cxnChg>
        <pc:cxnChg chg="del mod">
          <ac:chgData name="Oliver Wang" userId="7d14f873-ff92-4c6a-ac6d-38c0e6356c29" providerId="ADAL" clId="{F33985FD-256F-4FB5-AFAE-A45931E3B9C9}" dt="2026-05-22T02:33:21.777" v="1484" actId="478"/>
          <ac:cxnSpMkLst>
            <pc:docMk/>
            <pc:sldMk cId="4175243480" sldId="2147471948"/>
            <ac:cxnSpMk id="11" creationId="{C950FA65-63E1-F3D6-A5C0-E11716B332FF}"/>
          </ac:cxnSpMkLst>
        </pc:cxnChg>
        <pc:cxnChg chg="del mod">
          <ac:chgData name="Oliver Wang" userId="7d14f873-ff92-4c6a-ac6d-38c0e6356c29" providerId="ADAL" clId="{F33985FD-256F-4FB5-AFAE-A45931E3B9C9}" dt="2026-05-22T02:33:11.134" v="1481" actId="478"/>
          <ac:cxnSpMkLst>
            <pc:docMk/>
            <pc:sldMk cId="4175243480" sldId="2147471948"/>
            <ac:cxnSpMk id="16" creationId="{A893ECFC-2269-5949-508E-55DCD07E94E6}"/>
          </ac:cxnSpMkLst>
        </pc:cxnChg>
        <pc:cxnChg chg="del mod">
          <ac:chgData name="Oliver Wang" userId="7d14f873-ff92-4c6a-ac6d-38c0e6356c29" providerId="ADAL" clId="{F33985FD-256F-4FB5-AFAE-A45931E3B9C9}" dt="2026-05-22T02:33:15.483" v="1482" actId="478"/>
          <ac:cxnSpMkLst>
            <pc:docMk/>
            <pc:sldMk cId="4175243480" sldId="2147471948"/>
            <ac:cxnSpMk id="30" creationId="{BD680975-831D-5DBE-D221-C6445A2805AD}"/>
          </ac:cxnSpMkLst>
        </pc:cxnChg>
        <pc:cxnChg chg="del mod">
          <ac:chgData name="Oliver Wang" userId="7d14f873-ff92-4c6a-ac6d-38c0e6356c29" providerId="ADAL" clId="{F33985FD-256F-4FB5-AFAE-A45931E3B9C9}" dt="2026-05-22T02:33:15.483" v="1482" actId="478"/>
          <ac:cxnSpMkLst>
            <pc:docMk/>
            <pc:sldMk cId="4175243480" sldId="2147471948"/>
            <ac:cxnSpMk id="31" creationId="{6740B5A5-A667-0F0F-A82F-2FD2CE4FE362}"/>
          </ac:cxnSpMkLst>
        </pc:cxnChg>
        <pc:cxnChg chg="del mod">
          <ac:chgData name="Oliver Wang" userId="7d14f873-ff92-4c6a-ac6d-38c0e6356c29" providerId="ADAL" clId="{F33985FD-256F-4FB5-AFAE-A45931E3B9C9}" dt="2026-05-22T02:33:21.777" v="1484" actId="478"/>
          <ac:cxnSpMkLst>
            <pc:docMk/>
            <pc:sldMk cId="4175243480" sldId="2147471948"/>
            <ac:cxnSpMk id="39" creationId="{F760AE3F-23E2-E9F8-9A82-BD408CD15091}"/>
          </ac:cxnSpMkLst>
        </pc:cxnChg>
        <pc:cxnChg chg="del mod">
          <ac:chgData name="Oliver Wang" userId="7d14f873-ff92-4c6a-ac6d-38c0e6356c29" providerId="ADAL" clId="{F33985FD-256F-4FB5-AFAE-A45931E3B9C9}" dt="2026-05-22T02:33:15.483" v="1482" actId="478"/>
          <ac:cxnSpMkLst>
            <pc:docMk/>
            <pc:sldMk cId="4175243480" sldId="2147471948"/>
            <ac:cxnSpMk id="41" creationId="{CE2E2E2C-71FC-2571-ECF1-AAC0D4DDF39B}"/>
          </ac:cxnSpMkLst>
        </pc:cxnChg>
        <pc:cxnChg chg="del mod">
          <ac:chgData name="Oliver Wang" userId="7d14f873-ff92-4c6a-ac6d-38c0e6356c29" providerId="ADAL" clId="{F33985FD-256F-4FB5-AFAE-A45931E3B9C9}" dt="2026-05-22T02:33:11.134" v="1481" actId="478"/>
          <ac:cxnSpMkLst>
            <pc:docMk/>
            <pc:sldMk cId="4175243480" sldId="2147471948"/>
            <ac:cxnSpMk id="133" creationId="{79CDB60A-4644-798E-08B9-9AF69B2AEA6E}"/>
          </ac:cxnSpMkLst>
        </pc:cxnChg>
        <pc:cxnChg chg="del mod">
          <ac:chgData name="Oliver Wang" userId="7d14f873-ff92-4c6a-ac6d-38c0e6356c29" providerId="ADAL" clId="{F33985FD-256F-4FB5-AFAE-A45931E3B9C9}" dt="2026-05-22T02:33:15.483" v="1482" actId="478"/>
          <ac:cxnSpMkLst>
            <pc:docMk/>
            <pc:sldMk cId="4175243480" sldId="2147471948"/>
            <ac:cxnSpMk id="153" creationId="{E6532C42-F108-AD03-EA72-1033F3E5F860}"/>
          </ac:cxnSpMkLst>
        </pc:cxnChg>
        <pc:cxnChg chg="del mod">
          <ac:chgData name="Oliver Wang" userId="7d14f873-ff92-4c6a-ac6d-38c0e6356c29" providerId="ADAL" clId="{F33985FD-256F-4FB5-AFAE-A45931E3B9C9}" dt="2026-05-22T02:33:18.588" v="1483" actId="478"/>
          <ac:cxnSpMkLst>
            <pc:docMk/>
            <pc:sldMk cId="4175243480" sldId="2147471948"/>
            <ac:cxnSpMk id="180" creationId="{99B2C16B-438A-58AD-1EA8-4738E0D77A21}"/>
          </ac:cxnSpMkLst>
        </pc:cxnChg>
        <pc:cxnChg chg="del mod">
          <ac:chgData name="Oliver Wang" userId="7d14f873-ff92-4c6a-ac6d-38c0e6356c29" providerId="ADAL" clId="{F33985FD-256F-4FB5-AFAE-A45931E3B9C9}" dt="2026-05-22T02:33:11.134" v="1481" actId="478"/>
          <ac:cxnSpMkLst>
            <pc:docMk/>
            <pc:sldMk cId="4175243480" sldId="2147471948"/>
            <ac:cxnSpMk id="195" creationId="{B50D60AF-5A06-7097-EB88-D8D0EC906602}"/>
          </ac:cxnSpMkLst>
        </pc:cxnChg>
        <pc:cxnChg chg="del mod">
          <ac:chgData name="Oliver Wang" userId="7d14f873-ff92-4c6a-ac6d-38c0e6356c29" providerId="ADAL" clId="{F33985FD-256F-4FB5-AFAE-A45931E3B9C9}" dt="2026-05-22T02:33:15.483" v="1482" actId="478"/>
          <ac:cxnSpMkLst>
            <pc:docMk/>
            <pc:sldMk cId="4175243480" sldId="2147471948"/>
            <ac:cxnSpMk id="198" creationId="{A981E0CF-6E67-B27E-E417-3CF5D64397EB}"/>
          </ac:cxnSpMkLst>
        </pc:cxnChg>
      </pc:sldChg>
    </pc:docChg>
  </pc:docChgLst>
  <pc:docChgLst>
    <pc:chgData name="KY Liu" userId="f589a19d-0c9d-491d-8084-224108382ca5" providerId="ADAL" clId="{16653C2D-EFF3-48B2-81F6-EC59D30733AC}"/>
    <pc:docChg chg="undo custSel addSld delSld modSld modSection">
      <pc:chgData name="KY Liu" userId="f589a19d-0c9d-491d-8084-224108382ca5" providerId="ADAL" clId="{16653C2D-EFF3-48B2-81F6-EC59D30733AC}" dt="2026-05-06T05:17:22.651" v="732" actId="20577"/>
      <pc:docMkLst>
        <pc:docMk/>
      </pc:docMkLst>
      <pc:sldChg chg="addSp delSp modSp mod">
        <pc:chgData name="KY Liu" userId="f589a19d-0c9d-491d-8084-224108382ca5" providerId="ADAL" clId="{16653C2D-EFF3-48B2-81F6-EC59D30733AC}" dt="2026-05-06T05:17:22.651" v="732" actId="20577"/>
        <pc:sldMkLst>
          <pc:docMk/>
          <pc:sldMk cId="336208626" sldId="2147471944"/>
        </pc:sldMkLst>
        <pc:graphicFrameChg chg="add mod modGraphic">
          <ac:chgData name="KY Liu" userId="f589a19d-0c9d-491d-8084-224108382ca5" providerId="ADAL" clId="{16653C2D-EFF3-48B2-81F6-EC59D30733AC}" dt="2026-05-06T05:17:22.651" v="732" actId="20577"/>
          <ac:graphicFrameMkLst>
            <pc:docMk/>
            <pc:sldMk cId="336208626" sldId="2147471944"/>
            <ac:graphicFrameMk id="3" creationId="{931866F3-539D-5B74-479A-BFFFDC9FCA1F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/>
              <a:pPr algn="ctr"/>
              <a:t>‹#›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/>
            </a:lvl1pPr>
          </a:lstStyle>
          <a:p>
            <a:fld id="{7D8C2C35-2B8A-446E-BEC0-FD36716C29A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7554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A5A8B-0387-07F9-FEF3-AAC2DFC2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95EA873-8A60-B82D-AE9F-BA4D4DF5E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27F3EE8-8B07-997D-159D-C76E8E8A8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5EBAD1-13B5-B9BC-61CB-27BE9FC47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58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0F493-4A8E-13F4-98D6-6C82D34D4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9A5A93C-278C-0BC0-BB49-D32E4F681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BCF63B-D60C-B5FB-22F6-6A1ED860B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0E640F-AD81-323B-59D5-A42FD5155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6198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7433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8D49-8FAC-D095-9FCA-6E6EA995E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7BC78F5-D20E-B37A-908A-4676AD2DB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20539-6D0F-0DB4-336A-FC5114479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BF7827-902B-4288-1F88-4DCA81FAF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3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5B4A0-773F-E7C8-1DF3-95BD0220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205F881-AFB2-FC08-0657-8BFCEB65D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58DDF64-1D29-C925-DDA9-9ED172AB0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A03A17-7779-B911-517B-E1B3BD219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646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295D6-1F21-51CD-48AB-0D9F24E38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781A3EA-38BF-D3C2-9A07-0D7DF11C8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56A1B40-3733-3765-39CB-29A7FD79C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38D8E5-3BE3-4BF1-C264-42BC89ACF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7608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zh-TW" altLang="en-US" dirty="0"/>
              <a:t>每日其他調整：</a:t>
            </a:r>
            <a:r>
              <a:rPr lang="en-US" altLang="zh-TW" dirty="0"/>
              <a:t>LL/</a:t>
            </a:r>
            <a:r>
              <a:rPr lang="zh-TW" altLang="en-US" dirty="0"/>
              <a:t> 整台份 報 </a:t>
            </a:r>
            <a:r>
              <a:rPr lang="en-US" altLang="zh-TW" dirty="0"/>
              <a:t>MOQ</a:t>
            </a:r>
            <a:r>
              <a:rPr lang="zh-TW" altLang="en-US" dirty="0"/>
              <a:t>，其他列帳或轉出。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每日產生 </a:t>
            </a:r>
            <a:r>
              <a:rPr lang="en-US" altLang="zh-TW" dirty="0"/>
              <a:t>XQ</a:t>
            </a:r>
            <a:r>
              <a:rPr lang="zh-TW" altLang="en-US" dirty="0"/>
              <a:t> 單，需注意前一個月的月結報表是否合理。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持續使用的元件，客人預採帳與理論庫存可能會因為時間差或策略上的考量，存在一定的落差。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292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023D0-958E-2793-8602-2926B90A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3AAA7-44AB-5285-BF85-9117CBBAB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8B46F-5D3A-E69D-DB8B-1FC6E922A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" altLang="zh-TW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D9FC1-5351-F2D7-6E12-80EEECAD9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4371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rtner Logo Placeholder">
            <a:extLst>
              <a:ext uri="{FF2B5EF4-FFF2-40B4-BE49-F238E27FC236}">
                <a16:creationId xmlns:a16="http://schemas.microsoft.com/office/drawing/2014/main" id="{37451236-BF8E-934B-B7DE-1ADB8A004F3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2575" y="6161088"/>
            <a:ext cx="954088" cy="417512"/>
          </a:xfrm>
        </p:spPr>
        <p:txBody>
          <a:bodyPr anchor="ctr" anchorCtr="0">
            <a:noAutofit/>
          </a:bodyPr>
          <a:lstStyle>
            <a:lvl1pPr algn="ctr">
              <a:spcBef>
                <a:spcPts val="0"/>
              </a:spcBef>
              <a:defRPr sz="900"/>
            </a:lvl1pPr>
          </a:lstStyle>
          <a:p>
            <a:r>
              <a:rPr lang="en-US"/>
              <a:t>Add partner </a:t>
            </a:r>
            <a:br>
              <a:rPr lang="en-US"/>
            </a:br>
            <a:r>
              <a:rPr lang="en-US"/>
              <a:t>logo and alt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1"/>
            <a:ext cx="12195175" cy="3430800"/>
          </a:xfrm>
        </p:spPr>
        <p:txBody>
          <a:bodyPr/>
          <a:lstStyle/>
          <a:p>
            <a:endParaRPr lang="en-GB"/>
          </a:p>
        </p:txBody>
      </p:sp>
      <p:pic>
        <p:nvPicPr>
          <p:cNvPr id="246434584" name="Acquired Company Logo Placeholder" descr="{&quot;templafy&quot;:{&quot;id&quot;:&quot;308d834f-c124-4674-bfd7-43f598f7fe11&quot;}}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" y="3590141"/>
            <a:ext cx="4125924" cy="26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17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 userDrawn="1">
          <p15:clr>
            <a:srgbClr val="FBAE40"/>
          </p15:clr>
        </p15:guide>
        <p15:guide id="2" orient="horz" pos="4144" userDrawn="1">
          <p15:clr>
            <a:srgbClr val="FBAE40"/>
          </p15:clr>
        </p15:guide>
        <p15:guide id="3" orient="horz" pos="2162" userDrawn="1">
          <p15:clr>
            <a:srgbClr val="FBAE40"/>
          </p15:clr>
        </p15:guide>
        <p15:guide id="4" pos="181" userDrawn="1">
          <p15:clr>
            <a:srgbClr val="FBAE40"/>
          </p15:clr>
        </p15:guide>
        <p15:guide id="5" orient="horz" pos="2534" userDrawn="1">
          <p15:clr>
            <a:srgbClr val="FBAE40"/>
          </p15:clr>
        </p15:guide>
        <p15:guide id="6" orient="horz" pos="3164" userDrawn="1">
          <p15:clr>
            <a:srgbClr val="FBAE40"/>
          </p15:clr>
        </p15:guide>
        <p15:guide id="7" orient="horz" pos="3232" userDrawn="1">
          <p15:clr>
            <a:srgbClr val="FBAE40"/>
          </p15:clr>
        </p15:guide>
        <p15:guide id="8" orient="horz" pos="35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out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tner Logo Placeholder">
            <a:extLst>
              <a:ext uri="{FF2B5EF4-FFF2-40B4-BE49-F238E27FC236}">
                <a16:creationId xmlns:a16="http://schemas.microsoft.com/office/drawing/2014/main" id="{DA90C4E7-C35C-564D-9269-70A29A50EBF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2575" y="6161088"/>
            <a:ext cx="954088" cy="417512"/>
          </a:xfrm>
        </p:spPr>
        <p:txBody>
          <a:bodyPr anchor="ctr" anchorCtr="0">
            <a:noAutofit/>
          </a:bodyPr>
          <a:lstStyle>
            <a:lvl1pPr algn="ctr">
              <a:spcBef>
                <a:spcPts val="0"/>
              </a:spcBef>
              <a:defRPr sz="900"/>
            </a:lvl1pPr>
          </a:lstStyle>
          <a:p>
            <a:r>
              <a:rPr lang="en-US"/>
              <a:t>Add partner </a:t>
            </a:r>
            <a:br>
              <a:rPr lang="en-US"/>
            </a:br>
            <a:r>
              <a:rPr lang="en-US"/>
              <a:t>logo and alt text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109008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/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759957730" name="Acquired Company Logo Placeholder" descr="{&quot;templafy&quot;:{&quot;id&quot;:&quot;a86355c1-7436-4f75-b2aa-e52c14efa0aa&quot;}}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1" name="TextBox 10" descr="{&quot;templafy&quot;:{&quot;id&quot;:&quot;516c47fe-7b0a-4e10-b5c0-1e20362dbdfc&quot;}}">
            <a:extLst>
              <a:ext uri="{FF2B5EF4-FFF2-40B4-BE49-F238E27FC236}">
                <a16:creationId xmlns:a16="http://schemas.microsoft.com/office/drawing/2014/main" id="{AC53B201-90B9-4E7D-A16A-96A3B827889D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kern="0">
                <a:ea typeface="Arial Unicode MS" pitchFamily="34" charset="-128"/>
                <a:cs typeface="Arial Unicode MS" pitchFamily="34" charset="-128"/>
              </a:rPr>
              <a:t>INTERNAL – SAP and Customers Only</a:t>
            </a:r>
          </a:p>
        </p:txBody>
      </p:sp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60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Pictogr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rtner Logo Placeholder">
            <a:extLst>
              <a:ext uri="{FF2B5EF4-FFF2-40B4-BE49-F238E27FC236}">
                <a16:creationId xmlns:a16="http://schemas.microsoft.com/office/drawing/2014/main" id="{CDF488C1-3A47-E949-B29F-E38211D2C51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2575" y="6161088"/>
            <a:ext cx="954088" cy="417512"/>
          </a:xfrm>
        </p:spPr>
        <p:txBody>
          <a:bodyPr anchor="ctr" anchorCtr="0">
            <a:noAutofit/>
          </a:bodyPr>
          <a:lstStyle>
            <a:lvl1pPr algn="ctr">
              <a:spcBef>
                <a:spcPts val="0"/>
              </a:spcBef>
              <a:defRPr sz="900"/>
            </a:lvl1pPr>
          </a:lstStyle>
          <a:p>
            <a:r>
              <a:rPr lang="en-US"/>
              <a:t>Add partner </a:t>
            </a:r>
            <a:br>
              <a:rPr lang="en-US"/>
            </a:br>
            <a:r>
              <a:rPr lang="en-US"/>
              <a:t>logo and alt text</a:t>
            </a:r>
          </a:p>
        </p:txBody>
      </p:sp>
      <p:sp>
        <p:nvSpPr>
          <p:cNvPr id="7" name="Pictogram Placeholder"/>
          <p:cNvSpPr>
            <a:spLocks noGrp="1"/>
          </p:cNvSpPr>
          <p:nvPr>
            <p:ph type="pic" sz="quarter" idx="16"/>
          </p:nvPr>
        </p:nvSpPr>
        <p:spPr>
          <a:xfrm>
            <a:off x="6954855" y="963000"/>
            <a:ext cx="4932000" cy="4932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288001" y="2706317"/>
            <a:ext cx="63720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/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0063969" name="Acquired Company Logo Placeholder" descr="{&quot;templafy&quot;:{&quot;id&quot;:&quot;2b7faf35-c1df-441d-9737-cb83fb872c1f&quot;}}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1" y="2139633"/>
            <a:ext cx="4125924" cy="266010"/>
          </a:xfrm>
          <a:prstGeom prst="rect">
            <a:avLst/>
          </a:prstGeom>
        </p:spPr>
      </p:pic>
      <p:sp>
        <p:nvSpPr>
          <p:cNvPr id="9" name="TextBox 8" descr="{&quot;templafy&quot;:{&quot;id&quot;:&quot;fcd1cf79-7c80-4283-92cb-f2d2237458ee&quot;}}">
            <a:extLst>
              <a:ext uri="{FF2B5EF4-FFF2-40B4-BE49-F238E27FC236}">
                <a16:creationId xmlns:a16="http://schemas.microsoft.com/office/drawing/2014/main" id="{98E5DEB1-9722-40B6-89CC-20C572BA33F7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kern="0">
                <a:ea typeface="Arial Unicode MS" pitchFamily="34" charset="-128"/>
                <a:cs typeface="Arial Unicode MS" pitchFamily="34" charset="-128"/>
              </a:rPr>
              <a:t>INTERNAL – SAP and Customers Only</a:t>
            </a:r>
          </a:p>
        </p:txBody>
      </p:sp>
    </p:spTree>
    <p:extLst>
      <p:ext uri="{BB962C8B-B14F-4D97-AF65-F5344CB8AC3E}">
        <p14:creationId xmlns:p14="http://schemas.microsoft.com/office/powerpoint/2010/main" val="3048046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4" userDrawn="1">
          <p15:clr>
            <a:srgbClr val="FBAE40"/>
          </p15:clr>
        </p15:guide>
        <p15:guide id="3" pos="4196" userDrawn="1">
          <p15:clr>
            <a:srgbClr val="FBAE40"/>
          </p15:clr>
        </p15:guide>
        <p15:guide id="4" orient="horz" pos="2688" userDrawn="1">
          <p15:clr>
            <a:srgbClr val="FBAE40"/>
          </p15:clr>
        </p15:guide>
        <p15:guide id="5" orient="horz" pos="2335" userDrawn="1">
          <p15:clr>
            <a:srgbClr val="FBAE40"/>
          </p15:clr>
        </p15:guide>
        <p15:guide id="6" orient="horz" pos="2960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11185200" cy="4716000"/>
          </a:xfr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2000" b="0"/>
            </a:lvl1pPr>
            <a:lvl2pPr marL="179964" marR="0" indent="-179964" algn="l" defTabSz="108855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/>
              <a:defRPr sz="1800"/>
            </a:lvl2pPr>
            <a:lvl3pPr marL="359928" marR="0" indent="-179352" algn="l" defTabSz="1088558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 charset="0"/>
              <a:buChar char="–"/>
              <a:tabLst/>
              <a:defRPr sz="1800" baseline="0"/>
            </a:lvl3pPr>
            <a:lvl4pPr marL="539892" marR="0" indent="-179964" algn="l" defTabSz="1088558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ourier New" pitchFamily="49" charset="0"/>
              <a:buChar char="o"/>
              <a:tabLst/>
              <a:defRPr sz="1600"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1020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736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17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4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  <p15:guide id="5" orient="horz" pos="399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1620000"/>
            <a:ext cx="11186477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pic>
        <p:nvPicPr>
          <p:cNvPr id="2" name="Picture 43">
            <a:extLst>
              <a:ext uri="{FF2B5EF4-FFF2-40B4-BE49-F238E27FC236}">
                <a16:creationId xmlns:a16="http://schemas.microsoft.com/office/drawing/2014/main" id="{A7958B7C-6B34-B455-1AC6-8835BDB22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920" y="6538902"/>
            <a:ext cx="595115" cy="24031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10813519-3538-D302-06A0-249217BA56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376" y="6538902"/>
            <a:ext cx="1380587" cy="24646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4D7BBDC-9E9E-998A-186F-986C338D6BF1}"/>
              </a:ext>
            </a:extLst>
          </p:cNvPr>
          <p:cNvSpPr txBox="1"/>
          <p:nvPr userDrawn="1"/>
        </p:nvSpPr>
        <p:spPr>
          <a:xfrm>
            <a:off x="2543175" y="6603813"/>
            <a:ext cx="61023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4" indent="0" algn="l">
              <a:buNone/>
              <a:tabLst/>
            </a:pPr>
            <a:r>
              <a:rPr lang="en-US" altLang="zh-TW" sz="1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IBM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10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620000"/>
            <a:ext cx="5328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5328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pos="3674" userDrawn="1">
          <p15:clr>
            <a:srgbClr val="FBAE40"/>
          </p15:clr>
        </p15:guide>
        <p15:guide id="5" pos="4007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10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620000"/>
            <a:ext cx="3564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620000"/>
            <a:ext cx="3564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3564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563" userDrawn="1">
          <p15:clr>
            <a:srgbClr val="FBAE40"/>
          </p15:clr>
        </p15:guide>
        <p15:guide id="4" pos="2717" userDrawn="1">
          <p15:clr>
            <a:srgbClr val="FBAE40"/>
          </p15:clr>
        </p15:guide>
        <p15:guide id="5" pos="4964" userDrawn="1">
          <p15:clr>
            <a:srgbClr val="FBAE40"/>
          </p15:clr>
        </p15:guide>
        <p15:guide id="6" pos="5119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1020" userDrawn="1">
          <p15:clr>
            <a:srgbClr val="FBAE40"/>
          </p15:clr>
        </p15:guide>
        <p15:guide id="10" orient="horz" pos="39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6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620000"/>
            <a:ext cx="5328000" cy="2631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6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620000"/>
            <a:ext cx="5328000" cy="2631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1020" userDrawn="1">
          <p15:clr>
            <a:srgbClr val="FBAE40"/>
          </p15:clr>
        </p15:guide>
        <p15:guide id="5" orient="horz" pos="2678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  <p15:guide id="7" orient="horz" pos="3991" userDrawn="1">
          <p15:clr>
            <a:srgbClr val="FBAE40"/>
          </p15:clr>
        </p15:guide>
        <p15:guide id="8" pos="3682" userDrawn="1">
          <p15:clr>
            <a:srgbClr val="FBAE40"/>
          </p15:clr>
        </p15:guide>
        <p15:guide id="9" pos="4000" userDrawn="1">
          <p15:clr>
            <a:srgbClr val="FBAE40"/>
          </p15:clr>
        </p15:guide>
        <p15:guide id="10" pos="736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620000"/>
            <a:ext cx="3391200" cy="2232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620000"/>
            <a:ext cx="3391200" cy="2232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620000"/>
            <a:ext cx="3391200" cy="2232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455" userDrawn="1">
          <p15:clr>
            <a:srgbClr val="FBAE40"/>
          </p15:clr>
        </p15:guide>
        <p15:guide id="4" pos="2773" userDrawn="1">
          <p15:clr>
            <a:srgbClr val="FBAE40"/>
          </p15:clr>
        </p15:guide>
        <p15:guide id="5" pos="4910" userDrawn="1">
          <p15:clr>
            <a:srgbClr val="FBAE40"/>
          </p15:clr>
        </p15:guide>
        <p15:guide id="6" pos="5227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102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  <p15:guide id="12" orient="horz" pos="399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620000"/>
            <a:ext cx="2415600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620000"/>
            <a:ext cx="2415600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620000"/>
            <a:ext cx="2415600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822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620000"/>
            <a:ext cx="2415600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1021" userDrawn="1">
          <p15:clr>
            <a:srgbClr val="FBAE40"/>
          </p15:clr>
        </p15:guide>
        <p15:guide id="5" orient="horz" pos="211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  <p15:guide id="7" orient="horz" pos="3990" userDrawn="1">
          <p15:clr>
            <a:srgbClr val="FBAE40"/>
          </p15:clr>
        </p15:guide>
        <p15:guide id="8" pos="1840" userDrawn="1">
          <p15:clr>
            <a:srgbClr val="FBAE40"/>
          </p15:clr>
        </p15:guide>
        <p15:guide id="9" pos="2159" userDrawn="1">
          <p15:clr>
            <a:srgbClr val="FBAE40"/>
          </p15:clr>
        </p15:guide>
        <p15:guide id="10" pos="3683" userDrawn="1">
          <p15:clr>
            <a:srgbClr val="FBAE40"/>
          </p15:clr>
        </p15:guide>
        <p15:guide id="11" pos="4000" userDrawn="1">
          <p15:clr>
            <a:srgbClr val="FBAE40"/>
          </p15:clr>
        </p15:guide>
        <p15:guide id="12" pos="5525" userDrawn="1">
          <p15:clr>
            <a:srgbClr val="FBAE40"/>
          </p15:clr>
        </p15:guide>
        <p15:guide id="13" pos="5842" userDrawn="1">
          <p15:clr>
            <a:srgbClr val="FBAE40"/>
          </p15:clr>
        </p15:guide>
        <p15:guide id="14" pos="736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800000"/>
            <a:ext cx="11185200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1"/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/>
              <a:t>“Quote goes here </a:t>
            </a:r>
            <a:br>
              <a:rPr lang="en-US" noProof="0"/>
            </a:br>
            <a:r>
              <a:rPr lang="en-US" noProof="0"/>
              <a:t>and here.”</a:t>
            </a:r>
          </a:p>
          <a:p>
            <a:pPr lvl="1"/>
            <a:r>
              <a:rPr lang="en-US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32785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4" orient="horz" pos="1133" userDrawn="1">
          <p15:clr>
            <a:srgbClr val="FBAE40"/>
          </p15:clr>
        </p15:guide>
        <p15:guide id="5" orient="horz" pos="3204" userDrawn="1">
          <p15:clr>
            <a:srgbClr val="FBAE40"/>
          </p15:clr>
        </p15:guide>
        <p15:guide id="6" pos="736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620000"/>
            <a:ext cx="7092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4786" userDrawn="1">
          <p15:clr>
            <a:srgbClr val="FBAE40"/>
          </p15:clr>
        </p15:guide>
        <p15:guide id="4" pos="5119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102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620000"/>
            <a:ext cx="5328000" cy="4716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5328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1020" userDrawn="1">
          <p15:clr>
            <a:srgbClr val="FBAE40"/>
          </p15:clr>
        </p15:guide>
        <p15:guide id="3" pos="367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7364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399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620000"/>
            <a:ext cx="11185200" cy="4716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1020" userDrawn="1">
          <p15:clr>
            <a:srgbClr val="FBAE40"/>
          </p15:clr>
        </p15:guide>
        <p15:guide id="5" orient="horz" pos="3991" userDrawn="1">
          <p15:clr>
            <a:srgbClr val="FBAE40"/>
          </p15:clr>
        </p15:guide>
        <p15:guide id="6" pos="736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2EF80-ED78-484B-AC34-B314C73F9091}"/>
              </a:ext>
            </a:extLst>
          </p:cNvPr>
          <p:cNvSpPr txBox="1"/>
          <p:nvPr userDrawn="1"/>
        </p:nvSpPr>
        <p:spPr>
          <a:xfrm>
            <a:off x="503238" y="1466850"/>
            <a:ext cx="4391247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5500" b="1" kern="0">
                <a:ea typeface="Arial Unicode MS" pitchFamily="34" charset="-128"/>
                <a:cs typeface="Arial Unicode MS" pitchFamily="34" charset="-128"/>
              </a:rPr>
              <a:t>Thank you.</a:t>
            </a:r>
          </a:p>
        </p:txBody>
      </p:sp>
      <p:pic>
        <p:nvPicPr>
          <p:cNvPr id="155761177" name="Acquired Company Logo Placeholder" descr="{&quot;templafy&quot;:{&quot;id&quot;:&quot;06ab223b-eee0-4ceb-835c-8c9ecbe6b310&quot;}}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22453"/>
            <a:ext cx="4125924" cy="26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90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7364" userDrawn="1">
          <p15:clr>
            <a:srgbClr val="FBAE40"/>
          </p15:clr>
        </p15:guide>
        <p15:guide id="2" orient="horz" pos="924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  <p15:guide id="5" orient="horz" pos="4000" userDrawn="1">
          <p15:clr>
            <a:srgbClr val="FBAE40"/>
          </p15:clr>
        </p15:guide>
        <p15:guide id="6" pos="317" userDrawn="1">
          <p15:clr>
            <a:srgbClr val="FBAE40"/>
          </p15:clr>
        </p15:guide>
        <p15:guide id="8" pos="3841" userDrawn="1">
          <p15:clr>
            <a:srgbClr val="FBAE40"/>
          </p15:clr>
        </p15:guide>
        <p15:guide id="9" orient="horz" pos="318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ayWe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 bwMode="gray">
          <a:xfrm>
            <a:off x="496889" y="533400"/>
            <a:ext cx="11188827" cy="381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en-US" noProof="0"/>
              <a:t>Month/Year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4CBBC1-23E0-4A0B-8B79-5F4F4CC09F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43083680"/>
              </p:ext>
            </p:extLst>
          </p:nvPr>
        </p:nvGraphicFramePr>
        <p:xfrm>
          <a:off x="502006" y="1564875"/>
          <a:ext cx="11200785" cy="4784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0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6816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816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816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816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6816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BDA45-6ABC-4966-8E97-6D341437E6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6928" y="1564875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8311968-83E5-41D1-93D1-A61ABAAFF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1753" y="1564875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07B11D4-4186-417B-8607-4D6DD24BED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6580" y="1564875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F8D3D6B-9CE6-407D-A392-ED4488EEBF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01407" y="1564875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967D85F-473B-4863-9AC6-91BAF1D6D1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46234" y="1564875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DBC6DE9-D6DC-4DAC-A687-D1F89003CF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928" y="2537272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A52103-1C8D-4373-AC0C-189A2D86D8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11753" y="2537272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5223B18-0B3F-4A7C-A510-413014E3EF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80" y="2537272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E15F89A-DB3F-49C3-8F0D-688DF7A966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01407" y="2537272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8700BBF-D875-4997-9465-0A109A6431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46234" y="2537272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5299D07-7077-4D3A-98E3-854135D78F1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928" y="3481494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A44F5D9-DE32-4936-9C61-A095A94660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11753" y="3481494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08F8114-E1CD-4661-8817-3EC689307F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56580" y="3481494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607F288-5CC6-487E-9C05-4C7D510B60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01407" y="3481494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9DF97E4-D554-497F-9F6F-78F0A566C3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46234" y="3481494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6FDD3C2-BAFB-478F-B185-D0A89CE7AB1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6928" y="4444766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1B4510-E78D-4BE5-80A4-EC79D5075BB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11753" y="4444766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4CBF18D-9C17-4B76-893C-E2E89E92A6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56580" y="4444766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7AE753C-5491-44C2-81FD-1BB6953D8AF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1407" y="4444766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AC0CCD3F-BE35-4D65-9DDF-D3EDAF8F94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46234" y="4444766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90EA3EF3-114C-40E9-ACE1-E8D7599F35A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6928" y="5400981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A0E56BB1-8D85-440D-8204-CFAC4BADAC8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811753" y="5400981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A057C53B-1097-4AB8-A88B-ADC38B9D9AA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6580" y="5400981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F7B89DA1-CEE8-447B-9AC4-EA8127CAC49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01407" y="5400981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F65099AD-59EE-4281-B6F8-43CA8A2361F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546234" y="5400981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5B5C05-1A0A-4006-9C4B-4E3B2223DA31}"/>
              </a:ext>
            </a:extLst>
          </p:cNvPr>
          <p:cNvSpPr txBox="1"/>
          <p:nvPr userDrawn="1"/>
        </p:nvSpPr>
        <p:spPr>
          <a:xfrm>
            <a:off x="2730068" y="1219835"/>
            <a:ext cx="2239282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5">
                <a:gradFill>
                  <a:gsLst>
                    <a:gs pos="0">
                      <a:schemeClr val="bg2"/>
                    </a:gs>
                    <a:gs pos="100000">
                      <a:schemeClr val="bg2"/>
                    </a:gs>
                  </a:gsLst>
                  <a:lin ang="5400000" scaled="1"/>
                </a:gradFill>
              </a:rPr>
              <a:t>TUESDAY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7E7281-9B9F-4DEB-A097-304B183FB9C2}"/>
              </a:ext>
            </a:extLst>
          </p:cNvPr>
          <p:cNvSpPr txBox="1"/>
          <p:nvPr userDrawn="1"/>
        </p:nvSpPr>
        <p:spPr>
          <a:xfrm>
            <a:off x="4966105" y="1219835"/>
            <a:ext cx="2229252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5">
                <a:gradFill>
                  <a:gsLst>
                    <a:gs pos="0">
                      <a:schemeClr val="bg2"/>
                    </a:gs>
                    <a:gs pos="100000">
                      <a:schemeClr val="bg2"/>
                    </a:gs>
                  </a:gsLst>
                  <a:lin ang="5400000" scaled="1"/>
                </a:gradFill>
              </a:rPr>
              <a:t>WEDNESDAY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5BE591-306C-4428-B586-7D6FED5D39D5}"/>
              </a:ext>
            </a:extLst>
          </p:cNvPr>
          <p:cNvSpPr txBox="1"/>
          <p:nvPr userDrawn="1"/>
        </p:nvSpPr>
        <p:spPr>
          <a:xfrm>
            <a:off x="7192112" y="1219835"/>
            <a:ext cx="2239281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5">
                <a:gradFill>
                  <a:gsLst>
                    <a:gs pos="0">
                      <a:schemeClr val="bg2"/>
                    </a:gs>
                    <a:gs pos="100000">
                      <a:schemeClr val="bg2"/>
                    </a:gs>
                  </a:gsLst>
                  <a:lin ang="5400000" scaled="1"/>
                </a:gradFill>
              </a:rPr>
              <a:t>THURSDAY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1D11D5-3598-4151-A44F-67CEDD3C37F5}"/>
              </a:ext>
            </a:extLst>
          </p:cNvPr>
          <p:cNvSpPr txBox="1"/>
          <p:nvPr userDrawn="1"/>
        </p:nvSpPr>
        <p:spPr>
          <a:xfrm>
            <a:off x="9428149" y="1219835"/>
            <a:ext cx="2265023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5">
                <a:gradFill>
                  <a:gsLst>
                    <a:gs pos="0">
                      <a:schemeClr val="bg2"/>
                    </a:gs>
                    <a:gs pos="100000">
                      <a:schemeClr val="bg2"/>
                    </a:gs>
                  </a:gsLst>
                  <a:lin ang="5400000" scaled="1"/>
                </a:gradFill>
              </a:rPr>
              <a:t>FRIDAY</a:t>
            </a:r>
          </a:p>
        </p:txBody>
      </p:sp>
    </p:spTree>
    <p:extLst>
      <p:ext uri="{BB962C8B-B14F-4D97-AF65-F5344CB8AC3E}">
        <p14:creationId xmlns:p14="http://schemas.microsoft.com/office/powerpoint/2010/main" val="104503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68">
          <p15:clr>
            <a:srgbClr val="FBAE40"/>
          </p15:clr>
        </p15:guide>
        <p15:guide id="2" orient="horz" pos="576">
          <p15:clr>
            <a:srgbClr val="FBAE40"/>
          </p15:clr>
        </p15:guide>
        <p15:guide id="3" orient="horz" pos="3984">
          <p15:clr>
            <a:srgbClr val="FBAE40"/>
          </p15:clr>
        </p15:guide>
        <p15:guide id="4" orient="horz" pos="336">
          <p15:clr>
            <a:srgbClr val="FBAE40"/>
          </p15:clr>
        </p15:guide>
        <p15:guide id="5" pos="30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rtner Logo Placeholder">
            <a:extLst>
              <a:ext uri="{FF2B5EF4-FFF2-40B4-BE49-F238E27FC236}">
                <a16:creationId xmlns:a16="http://schemas.microsoft.com/office/drawing/2014/main" id="{37451236-BF8E-934B-B7DE-1ADB8A004F3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2575" y="6161088"/>
            <a:ext cx="954088" cy="417512"/>
          </a:xfrm>
        </p:spPr>
        <p:txBody>
          <a:bodyPr anchor="ctr" anchorCtr="0">
            <a:noAutofit/>
          </a:bodyPr>
          <a:lstStyle>
            <a:lvl1pPr algn="ctr">
              <a:spcBef>
                <a:spcPts val="0"/>
              </a:spcBef>
              <a:defRPr sz="900"/>
            </a:lvl1pPr>
          </a:lstStyle>
          <a:p>
            <a:r>
              <a:rPr lang="en-US"/>
              <a:t>Add partner </a:t>
            </a:r>
            <a:br>
              <a:rPr lang="en-US"/>
            </a:br>
            <a:r>
              <a:rPr lang="en-US"/>
              <a:t>logo and alt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1"/>
            <a:ext cx="12195175" cy="3430800"/>
          </a:xfrm>
        </p:spPr>
        <p:txBody>
          <a:bodyPr/>
          <a:lstStyle/>
          <a:p>
            <a:endParaRPr lang="en-GB"/>
          </a:p>
        </p:txBody>
      </p:sp>
      <p:pic>
        <p:nvPicPr>
          <p:cNvPr id="246434584" name="Acquired Company Logo Placeholder" descr="{&quot;templafy&quot;:{&quot;id&quot;:&quot;308d834f-c124-4674-bfd7-43f598f7fe11&quot;}}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" y="3590141"/>
            <a:ext cx="4125924" cy="26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74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out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109008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/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759957730" name="Acquired Company Logo Placeholder" descr="{&quot;templafy&quot;:{&quot;id&quot;:&quot;a86355c1-7436-4f75-b2aa-e52c14efa0aa&quot;}}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85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Pictogr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rtner Logo Placeholder">
            <a:extLst>
              <a:ext uri="{FF2B5EF4-FFF2-40B4-BE49-F238E27FC236}">
                <a16:creationId xmlns:a16="http://schemas.microsoft.com/office/drawing/2014/main" id="{CDF488C1-3A47-E949-B29F-E38211D2C51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2575" y="6161088"/>
            <a:ext cx="954088" cy="417512"/>
          </a:xfrm>
        </p:spPr>
        <p:txBody>
          <a:bodyPr anchor="ctr" anchorCtr="0">
            <a:noAutofit/>
          </a:bodyPr>
          <a:lstStyle>
            <a:lvl1pPr algn="ctr">
              <a:spcBef>
                <a:spcPts val="0"/>
              </a:spcBef>
              <a:defRPr sz="900"/>
            </a:lvl1pPr>
          </a:lstStyle>
          <a:p>
            <a:r>
              <a:rPr lang="en-US"/>
              <a:t>Add partner </a:t>
            </a:r>
            <a:br>
              <a:rPr lang="en-US"/>
            </a:br>
            <a:r>
              <a:rPr lang="en-US"/>
              <a:t>logo and alt text</a:t>
            </a:r>
          </a:p>
        </p:txBody>
      </p:sp>
      <p:sp>
        <p:nvSpPr>
          <p:cNvPr id="7" name="Pictogram Placeholder"/>
          <p:cNvSpPr>
            <a:spLocks noGrp="1"/>
          </p:cNvSpPr>
          <p:nvPr>
            <p:ph type="pic" sz="quarter" idx="16"/>
          </p:nvPr>
        </p:nvSpPr>
        <p:spPr>
          <a:xfrm>
            <a:off x="6954855" y="963000"/>
            <a:ext cx="4932000" cy="4932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288001" y="2706317"/>
            <a:ext cx="63720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/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0063969" name="Acquired Company Logo Placeholder" descr="{&quot;templafy&quot;:{&quot;id&quot;:&quot;2b7faf35-c1df-441d-9737-cb83fb872c1f&quot;}}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1" y="2139633"/>
            <a:ext cx="4125924" cy="266010"/>
          </a:xfrm>
          <a:prstGeom prst="rect">
            <a:avLst/>
          </a:prstGeom>
        </p:spPr>
      </p:pic>
      <p:sp>
        <p:nvSpPr>
          <p:cNvPr id="9" name="TextBox 8" descr="{&quot;templafy&quot;:{&quot;id&quot;:&quot;fcd1cf79-7c80-4283-92cb-f2d2237458ee&quot;}}">
            <a:extLst>
              <a:ext uri="{FF2B5EF4-FFF2-40B4-BE49-F238E27FC236}">
                <a16:creationId xmlns:a16="http://schemas.microsoft.com/office/drawing/2014/main" id="{98E5DEB1-9722-40B6-89CC-20C572BA33F7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kern="0">
                <a:ea typeface="Arial Unicode MS" pitchFamily="34" charset="-128"/>
                <a:cs typeface="Arial Unicode MS" pitchFamily="34" charset="-128"/>
              </a:rPr>
              <a:t>INTERNAL – SAP and Customers Only</a:t>
            </a:r>
          </a:p>
        </p:txBody>
      </p:sp>
    </p:spTree>
    <p:extLst>
      <p:ext uri="{BB962C8B-B14F-4D97-AF65-F5344CB8AC3E}">
        <p14:creationId xmlns:p14="http://schemas.microsoft.com/office/powerpoint/2010/main" val="11231425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pos="4196">
          <p15:clr>
            <a:srgbClr val="FBAE40"/>
          </p15:clr>
        </p15:guide>
        <p15:guide id="4" orient="horz" pos="2688">
          <p15:clr>
            <a:srgbClr val="FBAE40"/>
          </p15:clr>
        </p15:guide>
        <p15:guide id="5" orient="horz" pos="2335">
          <p15:clr>
            <a:srgbClr val="FBAE40"/>
          </p15:clr>
        </p15:guide>
        <p15:guide id="6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11185200" cy="4716000"/>
          </a:xfr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2000" b="0"/>
            </a:lvl1pPr>
            <a:lvl2pPr marL="179964" marR="0" indent="-179964" algn="l" defTabSz="108855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/>
              <a:defRPr sz="1800"/>
            </a:lvl2pPr>
            <a:lvl3pPr marL="359928" marR="0" indent="-179352" algn="l" defTabSz="1088558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 charset="0"/>
              <a:buChar char="–"/>
              <a:tabLst/>
              <a:defRPr sz="1800" baseline="0"/>
            </a:lvl3pPr>
            <a:lvl4pPr marL="539892" marR="0" indent="-179964" algn="l" defTabSz="1088558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ourier New" pitchFamily="49" charset="0"/>
              <a:buChar char="o"/>
              <a:tabLst/>
              <a:defRPr sz="1600"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1017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1020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5374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6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7670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17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0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1620000"/>
            <a:ext cx="11186477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10813519-3538-D302-06A0-249217BA56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376" y="6538902"/>
            <a:ext cx="1380587" cy="24646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ED9FF1C-F1A7-FF07-3749-82D570E624A6}"/>
              </a:ext>
            </a:extLst>
          </p:cNvPr>
          <p:cNvSpPr txBox="1"/>
          <p:nvPr userDrawn="1"/>
        </p:nvSpPr>
        <p:spPr>
          <a:xfrm>
            <a:off x="2543175" y="6603813"/>
            <a:ext cx="61023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4" indent="0" algn="l">
              <a:buNone/>
              <a:tabLst/>
            </a:pPr>
            <a:r>
              <a:rPr lang="en-US" altLang="zh-TW" sz="1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061406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10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10813519-3538-D302-06A0-249217BA56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376" y="6538902"/>
            <a:ext cx="1380587" cy="24646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4D7BBDC-9E9E-998A-186F-986C338D6BF1}"/>
              </a:ext>
            </a:extLst>
          </p:cNvPr>
          <p:cNvSpPr txBox="1"/>
          <p:nvPr userDrawn="1"/>
        </p:nvSpPr>
        <p:spPr>
          <a:xfrm>
            <a:off x="2543175" y="6603813"/>
            <a:ext cx="61023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4" indent="0" algn="l">
              <a:buNone/>
              <a:tabLst/>
            </a:pPr>
            <a:r>
              <a:rPr lang="en-US" altLang="zh-TW" sz="1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504996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10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3">
            <a:extLst>
              <a:ext uri="{FF2B5EF4-FFF2-40B4-BE49-F238E27FC236}">
                <a16:creationId xmlns:a16="http://schemas.microsoft.com/office/drawing/2014/main" id="{A7958B7C-6B34-B455-1AC6-8835BDB22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920" y="6538902"/>
            <a:ext cx="595115" cy="24031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10813519-3538-D302-06A0-249217BA56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376" y="6538902"/>
            <a:ext cx="1380587" cy="24646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4D7BBDC-9E9E-998A-186F-986C338D6BF1}"/>
              </a:ext>
            </a:extLst>
          </p:cNvPr>
          <p:cNvSpPr txBox="1"/>
          <p:nvPr userDrawn="1"/>
        </p:nvSpPr>
        <p:spPr>
          <a:xfrm>
            <a:off x="2543175" y="6603813"/>
            <a:ext cx="61023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4" indent="0" algn="l">
              <a:buNone/>
              <a:tabLst/>
            </a:pPr>
            <a:r>
              <a:rPr lang="en-US" altLang="zh-TW" sz="1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IBM Confidential</a:t>
            </a:r>
          </a:p>
        </p:txBody>
      </p:sp>
      <p:graphicFrame>
        <p:nvGraphicFramePr>
          <p:cNvPr id="4" name="Group 5">
            <a:extLst>
              <a:ext uri="{FF2B5EF4-FFF2-40B4-BE49-F238E27FC236}">
                <a16:creationId xmlns:a16="http://schemas.microsoft.com/office/drawing/2014/main" id="{FCCA4340-17FA-CDC4-D5EF-3DCAA0484FF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75376931"/>
              </p:ext>
            </p:extLst>
          </p:nvPr>
        </p:nvGraphicFramePr>
        <p:xfrm>
          <a:off x="157920" y="81304"/>
          <a:ext cx="11879335" cy="6733711"/>
        </p:xfrm>
        <a:graphic>
          <a:graphicData uri="http://schemas.openxmlformats.org/drawingml/2006/table">
            <a:tbl>
              <a:tblPr/>
              <a:tblGrid>
                <a:gridCol w="1570976">
                  <a:extLst>
                    <a:ext uri="{9D8B030D-6E8A-4147-A177-3AD203B41FA5}">
                      <a16:colId xmlns:a16="http://schemas.microsoft.com/office/drawing/2014/main" val="1088751698"/>
                    </a:ext>
                  </a:extLst>
                </a:gridCol>
                <a:gridCol w="4107384">
                  <a:extLst>
                    <a:ext uri="{9D8B030D-6E8A-4147-A177-3AD203B41FA5}">
                      <a16:colId xmlns:a16="http://schemas.microsoft.com/office/drawing/2014/main" val="757768200"/>
                    </a:ext>
                  </a:extLst>
                </a:gridCol>
                <a:gridCol w="1921474">
                  <a:extLst>
                    <a:ext uri="{9D8B030D-6E8A-4147-A177-3AD203B41FA5}">
                      <a16:colId xmlns:a16="http://schemas.microsoft.com/office/drawing/2014/main" val="1984246765"/>
                    </a:ext>
                  </a:extLst>
                </a:gridCol>
                <a:gridCol w="4279501">
                  <a:extLst>
                    <a:ext uri="{9D8B030D-6E8A-4147-A177-3AD203B41FA5}">
                      <a16:colId xmlns:a16="http://schemas.microsoft.com/office/drawing/2014/main" val="1160378870"/>
                    </a:ext>
                  </a:extLst>
                </a:gridCol>
              </a:tblGrid>
              <a:tr h="323427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流程名稱</a:t>
                      </a:r>
                    </a:p>
                  </a:txBody>
                  <a:tcPr marL="120128" marR="120128" marT="48768" marB="4876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最後編輯者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890971"/>
                  </a:ext>
                </a:extLst>
              </a:tr>
              <a:tr h="323427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流程編號</a:t>
                      </a:r>
                    </a:p>
                  </a:txBody>
                  <a:tcPr marL="120128" marR="120128" marT="48768" marB="4876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最後編輯日期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810398"/>
                  </a:ext>
                </a:extLst>
              </a:tr>
              <a:tr h="323427">
                <a:tc gridSpan="4"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667846"/>
                  </a:ext>
                </a:extLst>
              </a:tr>
              <a:tr h="5745481">
                <a:tc gridSpan="4"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</a:endParaRPr>
                    </a:p>
                  </a:txBody>
                  <a:tcPr marL="120128" marR="120128" marT="48768" marB="487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958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390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10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3">
            <a:extLst>
              <a:ext uri="{FF2B5EF4-FFF2-40B4-BE49-F238E27FC236}">
                <a16:creationId xmlns:a16="http://schemas.microsoft.com/office/drawing/2014/main" id="{A7958B7C-6B34-B455-1AC6-8835BDB22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920" y="6538902"/>
            <a:ext cx="595115" cy="24031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10813519-3538-D302-06A0-249217BA56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376" y="6538902"/>
            <a:ext cx="1380587" cy="24646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4D7BBDC-9E9E-998A-186F-986C338D6BF1}"/>
              </a:ext>
            </a:extLst>
          </p:cNvPr>
          <p:cNvSpPr txBox="1"/>
          <p:nvPr userDrawn="1"/>
        </p:nvSpPr>
        <p:spPr>
          <a:xfrm>
            <a:off x="2543175" y="6603813"/>
            <a:ext cx="61023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4" indent="0" algn="l">
              <a:buNone/>
              <a:tabLst/>
            </a:pPr>
            <a:r>
              <a:rPr lang="en-US" altLang="zh-TW" sz="1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IBM Confidential</a:t>
            </a:r>
          </a:p>
        </p:txBody>
      </p:sp>
      <p:graphicFrame>
        <p:nvGraphicFramePr>
          <p:cNvPr id="4" name="Group 5">
            <a:extLst>
              <a:ext uri="{FF2B5EF4-FFF2-40B4-BE49-F238E27FC236}">
                <a16:creationId xmlns:a16="http://schemas.microsoft.com/office/drawing/2014/main" id="{FCCA4340-17FA-CDC4-D5EF-3DCAA0484FF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15727500"/>
              </p:ext>
            </p:extLst>
          </p:nvPr>
        </p:nvGraphicFramePr>
        <p:xfrm>
          <a:off x="157920" y="81304"/>
          <a:ext cx="11879335" cy="646854"/>
        </p:xfrm>
        <a:graphic>
          <a:graphicData uri="http://schemas.openxmlformats.org/drawingml/2006/table">
            <a:tbl>
              <a:tblPr/>
              <a:tblGrid>
                <a:gridCol w="1570976">
                  <a:extLst>
                    <a:ext uri="{9D8B030D-6E8A-4147-A177-3AD203B41FA5}">
                      <a16:colId xmlns:a16="http://schemas.microsoft.com/office/drawing/2014/main" val="1088751698"/>
                    </a:ext>
                  </a:extLst>
                </a:gridCol>
                <a:gridCol w="4107384">
                  <a:extLst>
                    <a:ext uri="{9D8B030D-6E8A-4147-A177-3AD203B41FA5}">
                      <a16:colId xmlns:a16="http://schemas.microsoft.com/office/drawing/2014/main" val="757768200"/>
                    </a:ext>
                  </a:extLst>
                </a:gridCol>
                <a:gridCol w="1921474">
                  <a:extLst>
                    <a:ext uri="{9D8B030D-6E8A-4147-A177-3AD203B41FA5}">
                      <a16:colId xmlns:a16="http://schemas.microsoft.com/office/drawing/2014/main" val="1984246765"/>
                    </a:ext>
                  </a:extLst>
                </a:gridCol>
                <a:gridCol w="4279501">
                  <a:extLst>
                    <a:ext uri="{9D8B030D-6E8A-4147-A177-3AD203B41FA5}">
                      <a16:colId xmlns:a16="http://schemas.microsoft.com/office/drawing/2014/main" val="1160378870"/>
                    </a:ext>
                  </a:extLst>
                </a:gridCol>
              </a:tblGrid>
              <a:tr h="323427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流程名稱</a:t>
                      </a:r>
                    </a:p>
                  </a:txBody>
                  <a:tcPr marL="120128" marR="120128" marT="48768" marB="4876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最後編輯者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890971"/>
                  </a:ext>
                </a:extLst>
              </a:tr>
              <a:tr h="323427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流程編號</a:t>
                      </a:r>
                    </a:p>
                  </a:txBody>
                  <a:tcPr marL="120128" marR="120128" marT="48768" marB="4876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最後編輯日期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0128" marR="120128" marT="48768" marB="4876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810398"/>
                  </a:ext>
                </a:extLst>
              </a:tr>
            </a:tbl>
          </a:graphicData>
        </a:graphic>
      </p:graphicFrame>
      <p:graphicFrame>
        <p:nvGraphicFramePr>
          <p:cNvPr id="3" name="Group 156">
            <a:extLst>
              <a:ext uri="{FF2B5EF4-FFF2-40B4-BE49-F238E27FC236}">
                <a16:creationId xmlns:a16="http://schemas.microsoft.com/office/drawing/2014/main" id="{F6D1A524-AB57-D317-A9B4-326CDD0A66D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4055659"/>
              </p:ext>
            </p:extLst>
          </p:nvPr>
        </p:nvGraphicFramePr>
        <p:xfrm>
          <a:off x="157919" y="728158"/>
          <a:ext cx="11879335" cy="4298916"/>
        </p:xfrm>
        <a:graphic>
          <a:graphicData uri="http://schemas.openxmlformats.org/drawingml/2006/table">
            <a:tbl>
              <a:tblPr/>
              <a:tblGrid>
                <a:gridCol w="1310198">
                  <a:extLst>
                    <a:ext uri="{9D8B030D-6E8A-4147-A177-3AD203B41FA5}">
                      <a16:colId xmlns:a16="http://schemas.microsoft.com/office/drawing/2014/main" val="1759712585"/>
                    </a:ext>
                  </a:extLst>
                </a:gridCol>
                <a:gridCol w="3843038">
                  <a:extLst>
                    <a:ext uri="{9D8B030D-6E8A-4147-A177-3AD203B41FA5}">
                      <a16:colId xmlns:a16="http://schemas.microsoft.com/office/drawing/2014/main" val="63520222"/>
                    </a:ext>
                  </a:extLst>
                </a:gridCol>
                <a:gridCol w="3757046">
                  <a:extLst>
                    <a:ext uri="{9D8B030D-6E8A-4147-A177-3AD203B41FA5}">
                      <a16:colId xmlns:a16="http://schemas.microsoft.com/office/drawing/2014/main" val="1840372317"/>
                    </a:ext>
                  </a:extLst>
                </a:gridCol>
                <a:gridCol w="2969053">
                  <a:extLst>
                    <a:ext uri="{9D8B030D-6E8A-4147-A177-3AD203B41FA5}">
                      <a16:colId xmlns:a16="http://schemas.microsoft.com/office/drawing/2014/main" val="2886738130"/>
                    </a:ext>
                  </a:extLst>
                </a:gridCol>
              </a:tblGrid>
              <a:tr h="496828">
                <a:tc gridSpan="4"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TW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流程負責人</a:t>
                      </a: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(Process Owner)</a:t>
                      </a:r>
                      <a:r>
                        <a:rPr kumimoji="0" lang="zh-TW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簽署</a:t>
                      </a: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529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717976"/>
                  </a:ext>
                </a:extLst>
              </a:tr>
              <a:tr h="671446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TW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公司</a:t>
                      </a:r>
                      <a:endParaRPr kumimoji="0" lang="zh-TW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Process Owner</a:t>
                      </a: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TW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簽名</a:t>
                      </a: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TW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日期</a:t>
                      </a: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983736"/>
                  </a:ext>
                </a:extLst>
              </a:tr>
              <a:tr h="525932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512832"/>
                  </a:ext>
                </a:extLst>
              </a:tr>
              <a:tr h="519694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722014"/>
                  </a:ext>
                </a:extLst>
              </a:tr>
              <a:tr h="521774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102720"/>
                  </a:ext>
                </a:extLst>
              </a:tr>
              <a:tr h="519694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TW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zh-TW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153840"/>
                  </a:ext>
                </a:extLst>
              </a:tr>
              <a:tr h="521774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zh-TW" altLang="en-US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291919"/>
                  </a:ext>
                </a:extLst>
              </a:tr>
              <a:tr h="521774"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5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1pPr>
                      <a:lvl2pPr marL="742950" indent="-285750">
                        <a:buClr>
                          <a:schemeClr val="tx1"/>
                        </a:buClr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2pPr>
                      <a:lvl3pPr marL="1143000" indent="-228600">
                        <a:buClr>
                          <a:schemeClr val="tx1"/>
                        </a:buClr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1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7540" marR="97540" marT="48768" marB="48768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857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2285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10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620000"/>
            <a:ext cx="5328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5328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07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pos="3674">
          <p15:clr>
            <a:srgbClr val="FBAE40"/>
          </p15:clr>
        </p15:guide>
        <p15:guide id="5" pos="4007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10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620000"/>
            <a:ext cx="3564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620000"/>
            <a:ext cx="3564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3564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10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563">
          <p15:clr>
            <a:srgbClr val="FBAE40"/>
          </p15:clr>
        </p15:guide>
        <p15:guide id="4" pos="2717">
          <p15:clr>
            <a:srgbClr val="FBAE40"/>
          </p15:clr>
        </p15:guide>
        <p15:guide id="5" pos="4964">
          <p15:clr>
            <a:srgbClr val="FBAE40"/>
          </p15:clr>
        </p15:guide>
        <p15:guide id="6" pos="5119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1020">
          <p15:clr>
            <a:srgbClr val="FBAE40"/>
          </p15:clr>
        </p15:guide>
        <p15:guide id="10" orient="horz" pos="399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6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620000"/>
            <a:ext cx="5328000" cy="2631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6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620000"/>
            <a:ext cx="5328000" cy="2631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02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1020">
          <p15:clr>
            <a:srgbClr val="FBAE40"/>
          </p15:clr>
        </p15:guide>
        <p15:guide id="5" orient="horz" pos="2678">
          <p15:clr>
            <a:srgbClr val="FBAE40"/>
          </p15:clr>
        </p15:guide>
        <p15:guide id="6" orient="horz" pos="3004">
          <p15:clr>
            <a:srgbClr val="FBAE40"/>
          </p15:clr>
        </p15:guide>
        <p15:guide id="7" orient="horz" pos="3991">
          <p15:clr>
            <a:srgbClr val="FBAE40"/>
          </p15:clr>
        </p15:guide>
        <p15:guide id="8" pos="3682">
          <p15:clr>
            <a:srgbClr val="FBAE40"/>
          </p15:clr>
        </p15:guide>
        <p15:guide id="9" pos="4000">
          <p15:clr>
            <a:srgbClr val="FBAE40"/>
          </p15:clr>
        </p15:guide>
        <p15:guide id="10" pos="736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620000"/>
            <a:ext cx="3391200" cy="2232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620000"/>
            <a:ext cx="3391200" cy="2232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620000"/>
            <a:ext cx="3391200" cy="2232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46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455">
          <p15:clr>
            <a:srgbClr val="FBAE40"/>
          </p15:clr>
        </p15:guide>
        <p15:guide id="4" pos="2773">
          <p15:clr>
            <a:srgbClr val="FBAE40"/>
          </p15:clr>
        </p15:guide>
        <p15:guide id="5" pos="4910">
          <p15:clr>
            <a:srgbClr val="FBAE40"/>
          </p15:clr>
        </p15:guide>
        <p15:guide id="6" pos="5227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1020">
          <p15:clr>
            <a:srgbClr val="FBAE40"/>
          </p15:clr>
        </p15:guide>
        <p15:guide id="10" orient="horz" pos="2428">
          <p15:clr>
            <a:srgbClr val="FBAE40"/>
          </p15:clr>
        </p15:guide>
        <p15:guide id="11" orient="horz" pos="2743">
          <p15:clr>
            <a:srgbClr val="FBAE40"/>
          </p15:clr>
        </p15:guide>
        <p15:guide id="12" orient="horz" pos="399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620000"/>
            <a:ext cx="2415600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620000"/>
            <a:ext cx="2415600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620000"/>
            <a:ext cx="2415600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822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620000"/>
            <a:ext cx="2415600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47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1021">
          <p15:clr>
            <a:srgbClr val="FBAE40"/>
          </p15:clr>
        </p15:guide>
        <p15:guide id="5" orient="horz" pos="2110">
          <p15:clr>
            <a:srgbClr val="FBAE40"/>
          </p15:clr>
        </p15:guide>
        <p15:guide id="6" orient="horz" pos="2442">
          <p15:clr>
            <a:srgbClr val="FBAE40"/>
          </p15:clr>
        </p15:guide>
        <p15:guide id="7" orient="horz" pos="3990">
          <p15:clr>
            <a:srgbClr val="FBAE40"/>
          </p15:clr>
        </p15:guide>
        <p15:guide id="8" pos="1840">
          <p15:clr>
            <a:srgbClr val="FBAE40"/>
          </p15:clr>
        </p15:guide>
        <p15:guide id="9" pos="2159">
          <p15:clr>
            <a:srgbClr val="FBAE40"/>
          </p15:clr>
        </p15:guide>
        <p15:guide id="10" pos="3683">
          <p15:clr>
            <a:srgbClr val="FBAE40"/>
          </p15:clr>
        </p15:guide>
        <p15:guide id="11" pos="4000">
          <p15:clr>
            <a:srgbClr val="FBAE40"/>
          </p15:clr>
        </p15:guide>
        <p15:guide id="12" pos="5525">
          <p15:clr>
            <a:srgbClr val="FBAE40"/>
          </p15:clr>
        </p15:guide>
        <p15:guide id="13" pos="5842">
          <p15:clr>
            <a:srgbClr val="FBAE40"/>
          </p15:clr>
        </p15:guide>
        <p15:guide id="14" pos="736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800000"/>
            <a:ext cx="11185200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1"/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/>
              <a:t>“Quote goes here </a:t>
            </a:r>
            <a:br>
              <a:rPr lang="en-US" noProof="0"/>
            </a:br>
            <a:r>
              <a:rPr lang="en-US" noProof="0"/>
              <a:t>and here.”</a:t>
            </a:r>
          </a:p>
          <a:p>
            <a:pPr lvl="1"/>
            <a:r>
              <a:rPr lang="en-US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4215788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4" orient="horz" pos="1133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3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620000"/>
            <a:ext cx="7092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24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6">
          <p15:clr>
            <a:srgbClr val="FBAE40"/>
          </p15:clr>
        </p15:guide>
        <p15:guide id="4" pos="5119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10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33402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620000"/>
            <a:ext cx="5328000" cy="4716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5328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1020">
          <p15:clr>
            <a:srgbClr val="FBAE40"/>
          </p15:clr>
        </p15:guide>
        <p15:guide id="3" pos="3674">
          <p15:clr>
            <a:srgbClr val="FBAE40"/>
          </p15:clr>
        </p15:guide>
        <p15:guide id="4" pos="4008">
          <p15:clr>
            <a:srgbClr val="FBAE40"/>
          </p15:clr>
        </p15:guide>
        <p15:guide id="5" pos="7364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399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620000"/>
            <a:ext cx="11185200" cy="4716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87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1020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6344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2EF80-ED78-484B-AC34-B314C73F9091}"/>
              </a:ext>
            </a:extLst>
          </p:cNvPr>
          <p:cNvSpPr txBox="1"/>
          <p:nvPr userDrawn="1"/>
        </p:nvSpPr>
        <p:spPr>
          <a:xfrm>
            <a:off x="503238" y="1466850"/>
            <a:ext cx="4391247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5500" b="1" kern="0">
                <a:ea typeface="Arial Unicode MS" pitchFamily="34" charset="-128"/>
                <a:cs typeface="Arial Unicode MS" pitchFamily="34" charset="-128"/>
              </a:rPr>
              <a:t>Thank you.</a:t>
            </a:r>
          </a:p>
        </p:txBody>
      </p:sp>
      <p:pic>
        <p:nvPicPr>
          <p:cNvPr id="155761177" name="Acquired Company Logo Placeholder" descr="{&quot;templafy&quot;:{&quot;id&quot;:&quot;06ab223b-eee0-4ceb-835c-8c9ecbe6b310&quot;}}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22453"/>
            <a:ext cx="4125924" cy="26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6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ayWe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 bwMode="gray">
          <a:xfrm>
            <a:off x="496889" y="533400"/>
            <a:ext cx="11188827" cy="381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en-US" noProof="0"/>
              <a:t>Month/Year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4CBBC1-23E0-4A0B-8B79-5F4F4CC09F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43083680"/>
              </p:ext>
            </p:extLst>
          </p:nvPr>
        </p:nvGraphicFramePr>
        <p:xfrm>
          <a:off x="502006" y="1564875"/>
          <a:ext cx="11200785" cy="4784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0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56816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816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816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816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6816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75497" marR="75497" marT="51816" marB="51816">
                    <a:lnL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BDA45-6ABC-4966-8E97-6D341437E6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6928" y="1564875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8311968-83E5-41D1-93D1-A61ABAAFF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1753" y="1564875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07B11D4-4186-417B-8607-4D6DD24BED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6580" y="1564875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F8D3D6B-9CE6-407D-A392-ED4488EEBF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01407" y="1564875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967D85F-473B-4863-9AC6-91BAF1D6D1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46234" y="1564875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DBC6DE9-D6DC-4DAC-A687-D1F89003CF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928" y="2537272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FA52103-1C8D-4373-AC0C-189A2D86D8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11753" y="2537272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5223B18-0B3F-4A7C-A510-413014E3EF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80" y="2537272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E15F89A-DB3F-49C3-8F0D-688DF7A966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01407" y="2537272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8700BBF-D875-4997-9465-0A109A6431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46234" y="2537272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5299D07-7077-4D3A-98E3-854135D78F1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928" y="3481494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A44F5D9-DE32-4936-9C61-A095A94660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11753" y="3481494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08F8114-E1CD-4661-8817-3EC689307F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56580" y="3481494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607F288-5CC6-487E-9C05-4C7D510B60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01407" y="3481494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9DF97E4-D554-497F-9F6F-78F0A566C3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46234" y="3481494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6FDD3C2-BAFB-478F-B185-D0A89CE7AB1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6928" y="4444766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1B4510-E78D-4BE5-80A4-EC79D5075BB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11753" y="4444766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4CBF18D-9C17-4B76-893C-E2E89E92A6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56580" y="4444766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7AE753C-5491-44C2-81FD-1BB6953D8AF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01407" y="4444766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AC0CCD3F-BE35-4D65-9DDF-D3EDAF8F94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46234" y="4444766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90EA3EF3-114C-40E9-ACE1-E8D7599F35A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6928" y="5400981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A0E56BB1-8D85-440D-8204-CFAC4BADAC8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811753" y="5400981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A057C53B-1097-4AB8-A88B-ADC38B9D9AA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6580" y="5400981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F7B89DA1-CEE8-447B-9AC4-EA8127CAC49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01407" y="5400981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F65099AD-59EE-4281-B6F8-43CA8A2361F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546234" y="5400981"/>
            <a:ext cx="259353" cy="263078"/>
          </a:xfrm>
        </p:spPr>
        <p:txBody>
          <a:bodyPr/>
          <a:lstStyle>
            <a:lvl1pPr marL="0" indent="0">
              <a:buNone/>
              <a:defRPr sz="1320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defRPr>
            </a:lvl1pPr>
            <a:lvl2pPr marL="377168" indent="0">
              <a:buNone/>
              <a:defRPr sz="1320"/>
            </a:lvl2pPr>
            <a:lvl3pPr marL="754337" indent="0">
              <a:buNone/>
              <a:defRPr sz="1155"/>
            </a:lvl3pPr>
            <a:lvl4pPr marL="1131504" indent="0">
              <a:buNone/>
              <a:defRPr sz="990"/>
            </a:lvl4pPr>
            <a:lvl5pPr marL="1508673" indent="0">
              <a:buNone/>
              <a:defRPr sz="99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5B5C05-1A0A-4006-9C4B-4E3B2223DA31}"/>
              </a:ext>
            </a:extLst>
          </p:cNvPr>
          <p:cNvSpPr txBox="1"/>
          <p:nvPr userDrawn="1"/>
        </p:nvSpPr>
        <p:spPr>
          <a:xfrm>
            <a:off x="2730068" y="1219835"/>
            <a:ext cx="2239282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5">
                <a:gradFill>
                  <a:gsLst>
                    <a:gs pos="0">
                      <a:schemeClr val="bg2"/>
                    </a:gs>
                    <a:gs pos="100000">
                      <a:schemeClr val="bg2"/>
                    </a:gs>
                  </a:gsLst>
                  <a:lin ang="5400000" scaled="1"/>
                </a:gradFill>
              </a:rPr>
              <a:t>TUESDAY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7E7281-9B9F-4DEB-A097-304B183FB9C2}"/>
              </a:ext>
            </a:extLst>
          </p:cNvPr>
          <p:cNvSpPr txBox="1"/>
          <p:nvPr userDrawn="1"/>
        </p:nvSpPr>
        <p:spPr>
          <a:xfrm>
            <a:off x="4966105" y="1219835"/>
            <a:ext cx="2229252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5">
                <a:gradFill>
                  <a:gsLst>
                    <a:gs pos="0">
                      <a:schemeClr val="bg2"/>
                    </a:gs>
                    <a:gs pos="100000">
                      <a:schemeClr val="bg2"/>
                    </a:gs>
                  </a:gsLst>
                  <a:lin ang="5400000" scaled="1"/>
                </a:gradFill>
              </a:rPr>
              <a:t>WEDNESDAY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5BE591-306C-4428-B586-7D6FED5D39D5}"/>
              </a:ext>
            </a:extLst>
          </p:cNvPr>
          <p:cNvSpPr txBox="1"/>
          <p:nvPr userDrawn="1"/>
        </p:nvSpPr>
        <p:spPr>
          <a:xfrm>
            <a:off x="7192112" y="1219835"/>
            <a:ext cx="2239281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5">
                <a:gradFill>
                  <a:gsLst>
                    <a:gs pos="0">
                      <a:schemeClr val="bg2"/>
                    </a:gs>
                    <a:gs pos="100000">
                      <a:schemeClr val="bg2"/>
                    </a:gs>
                  </a:gsLst>
                  <a:lin ang="5400000" scaled="1"/>
                </a:gradFill>
              </a:rPr>
              <a:t>THURSDAY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1D11D5-3598-4151-A44F-67CEDD3C37F5}"/>
              </a:ext>
            </a:extLst>
          </p:cNvPr>
          <p:cNvSpPr txBox="1"/>
          <p:nvPr userDrawn="1"/>
        </p:nvSpPr>
        <p:spPr>
          <a:xfrm>
            <a:off x="9428149" y="1219835"/>
            <a:ext cx="2265023" cy="27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5">
                <a:gradFill>
                  <a:gsLst>
                    <a:gs pos="0">
                      <a:schemeClr val="bg2"/>
                    </a:gs>
                    <a:gs pos="100000">
                      <a:schemeClr val="bg2"/>
                    </a:gs>
                  </a:gsLst>
                  <a:lin ang="5400000" scaled="1"/>
                </a:gradFill>
              </a:rPr>
              <a:t>FRIDAY</a:t>
            </a:r>
          </a:p>
        </p:txBody>
      </p:sp>
    </p:spTree>
    <p:extLst>
      <p:ext uri="{BB962C8B-B14F-4D97-AF65-F5344CB8AC3E}">
        <p14:creationId xmlns:p14="http://schemas.microsoft.com/office/powerpoint/2010/main" val="327145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368">
          <p15:clr>
            <a:srgbClr val="FBAE40"/>
          </p15:clr>
        </p15:guide>
        <p15:guide id="2" orient="horz" pos="576">
          <p15:clr>
            <a:srgbClr val="FBAE40"/>
          </p15:clr>
        </p15:guide>
        <p15:guide id="3" orient="horz" pos="3984">
          <p15:clr>
            <a:srgbClr val="FBAE40"/>
          </p15:clr>
        </p15:guide>
        <p15:guide id="4" orient="horz" pos="336">
          <p15:clr>
            <a:srgbClr val="FBAE40"/>
          </p15:clr>
        </p15:guide>
        <p15:guide id="5" pos="30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9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21.xml"/><Relationship Id="rId63" Type="http://schemas.openxmlformats.org/officeDocument/2006/relationships/tags" Target="../tags/tag42.xml"/><Relationship Id="rId84" Type="http://schemas.openxmlformats.org/officeDocument/2006/relationships/tags" Target="../tags/tag63.xml"/><Relationship Id="rId138" Type="http://schemas.openxmlformats.org/officeDocument/2006/relationships/tags" Target="../tags/tag117.xml"/><Relationship Id="rId107" Type="http://schemas.openxmlformats.org/officeDocument/2006/relationships/tags" Target="../tags/tag86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11.xml"/><Relationship Id="rId53" Type="http://schemas.openxmlformats.org/officeDocument/2006/relationships/tags" Target="../tags/tag32.xml"/><Relationship Id="rId74" Type="http://schemas.openxmlformats.org/officeDocument/2006/relationships/tags" Target="../tags/tag53.xml"/><Relationship Id="rId128" Type="http://schemas.openxmlformats.org/officeDocument/2006/relationships/tags" Target="../tags/tag107.xml"/><Relationship Id="rId5" Type="http://schemas.openxmlformats.org/officeDocument/2006/relationships/slideLayout" Target="../slideLayouts/slideLayout5.xml"/><Relationship Id="rId90" Type="http://schemas.openxmlformats.org/officeDocument/2006/relationships/tags" Target="../tags/tag69.xml"/><Relationship Id="rId95" Type="http://schemas.openxmlformats.org/officeDocument/2006/relationships/tags" Target="../tags/tag74.xml"/><Relationship Id="rId22" Type="http://schemas.openxmlformats.org/officeDocument/2006/relationships/theme" Target="../theme/theme1.xml"/><Relationship Id="rId27" Type="http://schemas.openxmlformats.org/officeDocument/2006/relationships/tags" Target="../tags/tag6.xml"/><Relationship Id="rId43" Type="http://schemas.openxmlformats.org/officeDocument/2006/relationships/tags" Target="../tags/tag22.xml"/><Relationship Id="rId48" Type="http://schemas.openxmlformats.org/officeDocument/2006/relationships/tags" Target="../tags/tag27.xml"/><Relationship Id="rId64" Type="http://schemas.openxmlformats.org/officeDocument/2006/relationships/tags" Target="../tags/tag43.xml"/><Relationship Id="rId69" Type="http://schemas.openxmlformats.org/officeDocument/2006/relationships/tags" Target="../tags/tag48.xml"/><Relationship Id="rId113" Type="http://schemas.openxmlformats.org/officeDocument/2006/relationships/tags" Target="../tags/tag92.xml"/><Relationship Id="rId118" Type="http://schemas.openxmlformats.org/officeDocument/2006/relationships/tags" Target="../tags/tag97.xml"/><Relationship Id="rId134" Type="http://schemas.openxmlformats.org/officeDocument/2006/relationships/tags" Target="../tags/tag113.xml"/><Relationship Id="rId139" Type="http://schemas.openxmlformats.org/officeDocument/2006/relationships/tags" Target="../tags/tag118.xml"/><Relationship Id="rId80" Type="http://schemas.openxmlformats.org/officeDocument/2006/relationships/tags" Target="../tags/tag59.xml"/><Relationship Id="rId85" Type="http://schemas.openxmlformats.org/officeDocument/2006/relationships/tags" Target="../tags/tag64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12.xml"/><Relationship Id="rId38" Type="http://schemas.openxmlformats.org/officeDocument/2006/relationships/tags" Target="../tags/tag17.xml"/><Relationship Id="rId59" Type="http://schemas.openxmlformats.org/officeDocument/2006/relationships/tags" Target="../tags/tag38.xml"/><Relationship Id="rId103" Type="http://schemas.openxmlformats.org/officeDocument/2006/relationships/tags" Target="../tags/tag82.xml"/><Relationship Id="rId108" Type="http://schemas.openxmlformats.org/officeDocument/2006/relationships/tags" Target="../tags/tag87.xml"/><Relationship Id="rId124" Type="http://schemas.openxmlformats.org/officeDocument/2006/relationships/tags" Target="../tags/tag103.xml"/><Relationship Id="rId129" Type="http://schemas.openxmlformats.org/officeDocument/2006/relationships/tags" Target="../tags/tag108.xml"/><Relationship Id="rId54" Type="http://schemas.openxmlformats.org/officeDocument/2006/relationships/tags" Target="../tags/tag33.xml"/><Relationship Id="rId70" Type="http://schemas.openxmlformats.org/officeDocument/2006/relationships/tags" Target="../tags/tag49.xml"/><Relationship Id="rId75" Type="http://schemas.openxmlformats.org/officeDocument/2006/relationships/tags" Target="../tags/tag54.xml"/><Relationship Id="rId91" Type="http://schemas.openxmlformats.org/officeDocument/2006/relationships/tags" Target="../tags/tag70.xml"/><Relationship Id="rId96" Type="http://schemas.openxmlformats.org/officeDocument/2006/relationships/tags" Target="../tags/tag75.xml"/><Relationship Id="rId140" Type="http://schemas.openxmlformats.org/officeDocument/2006/relationships/tags" Target="../tags/tag119.xml"/><Relationship Id="rId145" Type="http://schemas.openxmlformats.org/officeDocument/2006/relationships/tags" Target="../tags/tag12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tags" Target="../tags/tag2.xml"/><Relationship Id="rId28" Type="http://schemas.openxmlformats.org/officeDocument/2006/relationships/tags" Target="../tags/tag7.xml"/><Relationship Id="rId49" Type="http://schemas.openxmlformats.org/officeDocument/2006/relationships/tags" Target="../tags/tag28.xml"/><Relationship Id="rId114" Type="http://schemas.openxmlformats.org/officeDocument/2006/relationships/tags" Target="../tags/tag93.xml"/><Relationship Id="rId119" Type="http://schemas.openxmlformats.org/officeDocument/2006/relationships/tags" Target="../tags/tag98.xml"/><Relationship Id="rId44" Type="http://schemas.openxmlformats.org/officeDocument/2006/relationships/tags" Target="../tags/tag23.xml"/><Relationship Id="rId60" Type="http://schemas.openxmlformats.org/officeDocument/2006/relationships/tags" Target="../tags/tag39.xml"/><Relationship Id="rId65" Type="http://schemas.openxmlformats.org/officeDocument/2006/relationships/tags" Target="../tags/tag44.xml"/><Relationship Id="rId81" Type="http://schemas.openxmlformats.org/officeDocument/2006/relationships/tags" Target="../tags/tag60.xml"/><Relationship Id="rId86" Type="http://schemas.openxmlformats.org/officeDocument/2006/relationships/tags" Target="../tags/tag65.xml"/><Relationship Id="rId130" Type="http://schemas.openxmlformats.org/officeDocument/2006/relationships/tags" Target="../tags/tag109.xml"/><Relationship Id="rId135" Type="http://schemas.openxmlformats.org/officeDocument/2006/relationships/tags" Target="../tags/tag114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8.xml"/><Relationship Id="rId109" Type="http://schemas.openxmlformats.org/officeDocument/2006/relationships/tags" Target="../tags/tag88.xml"/><Relationship Id="rId34" Type="http://schemas.openxmlformats.org/officeDocument/2006/relationships/tags" Target="../tags/tag13.xml"/><Relationship Id="rId50" Type="http://schemas.openxmlformats.org/officeDocument/2006/relationships/tags" Target="../tags/tag29.xml"/><Relationship Id="rId55" Type="http://schemas.openxmlformats.org/officeDocument/2006/relationships/tags" Target="../tags/tag34.xml"/><Relationship Id="rId76" Type="http://schemas.openxmlformats.org/officeDocument/2006/relationships/tags" Target="../tags/tag55.xml"/><Relationship Id="rId97" Type="http://schemas.openxmlformats.org/officeDocument/2006/relationships/tags" Target="../tags/tag76.xml"/><Relationship Id="rId104" Type="http://schemas.openxmlformats.org/officeDocument/2006/relationships/tags" Target="../tags/tag83.xml"/><Relationship Id="rId120" Type="http://schemas.openxmlformats.org/officeDocument/2006/relationships/tags" Target="../tags/tag99.xml"/><Relationship Id="rId125" Type="http://schemas.openxmlformats.org/officeDocument/2006/relationships/tags" Target="../tags/tag104.xml"/><Relationship Id="rId141" Type="http://schemas.openxmlformats.org/officeDocument/2006/relationships/tags" Target="../tags/tag120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50.xml"/><Relationship Id="rId92" Type="http://schemas.openxmlformats.org/officeDocument/2006/relationships/tags" Target="../tags/tag71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8.xml"/><Relationship Id="rId24" Type="http://schemas.openxmlformats.org/officeDocument/2006/relationships/tags" Target="../tags/tag3.xml"/><Relationship Id="rId40" Type="http://schemas.openxmlformats.org/officeDocument/2006/relationships/tags" Target="../tags/tag19.xml"/><Relationship Id="rId45" Type="http://schemas.openxmlformats.org/officeDocument/2006/relationships/tags" Target="../tags/tag24.xml"/><Relationship Id="rId66" Type="http://schemas.openxmlformats.org/officeDocument/2006/relationships/tags" Target="../tags/tag45.xml"/><Relationship Id="rId87" Type="http://schemas.openxmlformats.org/officeDocument/2006/relationships/tags" Target="../tags/tag66.xml"/><Relationship Id="rId110" Type="http://schemas.openxmlformats.org/officeDocument/2006/relationships/tags" Target="../tags/tag89.xml"/><Relationship Id="rId115" Type="http://schemas.openxmlformats.org/officeDocument/2006/relationships/tags" Target="../tags/tag94.xml"/><Relationship Id="rId131" Type="http://schemas.openxmlformats.org/officeDocument/2006/relationships/tags" Target="../tags/tag110.xml"/><Relationship Id="rId136" Type="http://schemas.openxmlformats.org/officeDocument/2006/relationships/tags" Target="../tags/tag115.xml"/><Relationship Id="rId61" Type="http://schemas.openxmlformats.org/officeDocument/2006/relationships/tags" Target="../tags/tag40.xml"/><Relationship Id="rId82" Type="http://schemas.openxmlformats.org/officeDocument/2006/relationships/tags" Target="../tags/tag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ags" Target="../tags/tag9.xml"/><Relationship Id="rId35" Type="http://schemas.openxmlformats.org/officeDocument/2006/relationships/tags" Target="../tags/tag14.xml"/><Relationship Id="rId56" Type="http://schemas.openxmlformats.org/officeDocument/2006/relationships/tags" Target="../tags/tag35.xml"/><Relationship Id="rId77" Type="http://schemas.openxmlformats.org/officeDocument/2006/relationships/tags" Target="../tags/tag56.xml"/><Relationship Id="rId100" Type="http://schemas.openxmlformats.org/officeDocument/2006/relationships/tags" Target="../tags/tag79.xml"/><Relationship Id="rId105" Type="http://schemas.openxmlformats.org/officeDocument/2006/relationships/tags" Target="../tags/tag84.xml"/><Relationship Id="rId126" Type="http://schemas.openxmlformats.org/officeDocument/2006/relationships/tags" Target="../tags/tag105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30.xml"/><Relationship Id="rId72" Type="http://schemas.openxmlformats.org/officeDocument/2006/relationships/tags" Target="../tags/tag51.xml"/><Relationship Id="rId93" Type="http://schemas.openxmlformats.org/officeDocument/2006/relationships/tags" Target="../tags/tag72.xml"/><Relationship Id="rId98" Type="http://schemas.openxmlformats.org/officeDocument/2006/relationships/tags" Target="../tags/tag77.xml"/><Relationship Id="rId121" Type="http://schemas.openxmlformats.org/officeDocument/2006/relationships/tags" Target="../tags/tag100.xml"/><Relationship Id="rId142" Type="http://schemas.openxmlformats.org/officeDocument/2006/relationships/tags" Target="../tags/tag121.xml"/><Relationship Id="rId3" Type="http://schemas.openxmlformats.org/officeDocument/2006/relationships/slideLayout" Target="../slideLayouts/slideLayout3.xml"/><Relationship Id="rId25" Type="http://schemas.openxmlformats.org/officeDocument/2006/relationships/tags" Target="../tags/tag4.xml"/><Relationship Id="rId46" Type="http://schemas.openxmlformats.org/officeDocument/2006/relationships/tags" Target="../tags/tag25.xml"/><Relationship Id="rId67" Type="http://schemas.openxmlformats.org/officeDocument/2006/relationships/tags" Target="../tags/tag46.xml"/><Relationship Id="rId116" Type="http://schemas.openxmlformats.org/officeDocument/2006/relationships/tags" Target="../tags/tag95.xml"/><Relationship Id="rId137" Type="http://schemas.openxmlformats.org/officeDocument/2006/relationships/tags" Target="../tags/tag116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20.xml"/><Relationship Id="rId62" Type="http://schemas.openxmlformats.org/officeDocument/2006/relationships/tags" Target="../tags/tag41.xml"/><Relationship Id="rId83" Type="http://schemas.openxmlformats.org/officeDocument/2006/relationships/tags" Target="../tags/tag62.xml"/><Relationship Id="rId88" Type="http://schemas.openxmlformats.org/officeDocument/2006/relationships/tags" Target="../tags/tag67.xml"/><Relationship Id="rId111" Type="http://schemas.openxmlformats.org/officeDocument/2006/relationships/tags" Target="../tags/tag90.xml"/><Relationship Id="rId132" Type="http://schemas.openxmlformats.org/officeDocument/2006/relationships/tags" Target="../tags/tag111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15.xml"/><Relationship Id="rId57" Type="http://schemas.openxmlformats.org/officeDocument/2006/relationships/tags" Target="../tags/tag36.xml"/><Relationship Id="rId106" Type="http://schemas.openxmlformats.org/officeDocument/2006/relationships/tags" Target="../tags/tag85.xml"/><Relationship Id="rId127" Type="http://schemas.openxmlformats.org/officeDocument/2006/relationships/tags" Target="../tags/tag106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10.xml"/><Relationship Id="rId52" Type="http://schemas.openxmlformats.org/officeDocument/2006/relationships/tags" Target="../tags/tag31.xml"/><Relationship Id="rId73" Type="http://schemas.openxmlformats.org/officeDocument/2006/relationships/tags" Target="../tags/tag52.xml"/><Relationship Id="rId78" Type="http://schemas.openxmlformats.org/officeDocument/2006/relationships/tags" Target="../tags/tag57.xml"/><Relationship Id="rId94" Type="http://schemas.openxmlformats.org/officeDocument/2006/relationships/tags" Target="../tags/tag73.xml"/><Relationship Id="rId99" Type="http://schemas.openxmlformats.org/officeDocument/2006/relationships/tags" Target="../tags/tag78.xml"/><Relationship Id="rId101" Type="http://schemas.openxmlformats.org/officeDocument/2006/relationships/tags" Target="../tags/tag80.xml"/><Relationship Id="rId122" Type="http://schemas.openxmlformats.org/officeDocument/2006/relationships/tags" Target="../tags/tag101.xml"/><Relationship Id="rId143" Type="http://schemas.openxmlformats.org/officeDocument/2006/relationships/tags" Target="../tags/tag12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ags" Target="../tags/tag5.xml"/><Relationship Id="rId47" Type="http://schemas.openxmlformats.org/officeDocument/2006/relationships/tags" Target="../tags/tag26.xml"/><Relationship Id="rId68" Type="http://schemas.openxmlformats.org/officeDocument/2006/relationships/tags" Target="../tags/tag47.xml"/><Relationship Id="rId89" Type="http://schemas.openxmlformats.org/officeDocument/2006/relationships/tags" Target="../tags/tag68.xml"/><Relationship Id="rId112" Type="http://schemas.openxmlformats.org/officeDocument/2006/relationships/tags" Target="../tags/tag91.xml"/><Relationship Id="rId133" Type="http://schemas.openxmlformats.org/officeDocument/2006/relationships/tags" Target="../tags/tag112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16.xml"/><Relationship Id="rId58" Type="http://schemas.openxmlformats.org/officeDocument/2006/relationships/tags" Target="../tags/tag37.xml"/><Relationship Id="rId79" Type="http://schemas.openxmlformats.org/officeDocument/2006/relationships/tags" Target="../tags/tag58.xml"/><Relationship Id="rId102" Type="http://schemas.openxmlformats.org/officeDocument/2006/relationships/tags" Target="../tags/tag81.xml"/><Relationship Id="rId123" Type="http://schemas.openxmlformats.org/officeDocument/2006/relationships/tags" Target="../tags/tag102.xml"/><Relationship Id="rId144" Type="http://schemas.openxmlformats.org/officeDocument/2006/relationships/tags" Target="../tags/tag123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tags" Target="../tags/tag216.xml"/><Relationship Id="rId21" Type="http://schemas.openxmlformats.org/officeDocument/2006/relationships/slideLayout" Target="../slideLayouts/slideLayout42.xml"/><Relationship Id="rId42" Type="http://schemas.openxmlformats.org/officeDocument/2006/relationships/tags" Target="../tags/tag141.xml"/><Relationship Id="rId63" Type="http://schemas.openxmlformats.org/officeDocument/2006/relationships/tags" Target="../tags/tag162.xml"/><Relationship Id="rId84" Type="http://schemas.openxmlformats.org/officeDocument/2006/relationships/tags" Target="../tags/tag183.xml"/><Relationship Id="rId138" Type="http://schemas.openxmlformats.org/officeDocument/2006/relationships/tags" Target="../tags/tag237.xml"/><Relationship Id="rId107" Type="http://schemas.openxmlformats.org/officeDocument/2006/relationships/tags" Target="../tags/tag206.xml"/><Relationship Id="rId11" Type="http://schemas.openxmlformats.org/officeDocument/2006/relationships/slideLayout" Target="../slideLayouts/slideLayout32.xml"/><Relationship Id="rId32" Type="http://schemas.openxmlformats.org/officeDocument/2006/relationships/tags" Target="../tags/tag131.xml"/><Relationship Id="rId53" Type="http://schemas.openxmlformats.org/officeDocument/2006/relationships/tags" Target="../tags/tag152.xml"/><Relationship Id="rId74" Type="http://schemas.openxmlformats.org/officeDocument/2006/relationships/tags" Target="../tags/tag173.xml"/><Relationship Id="rId128" Type="http://schemas.openxmlformats.org/officeDocument/2006/relationships/tags" Target="../tags/tag227.xml"/><Relationship Id="rId5" Type="http://schemas.openxmlformats.org/officeDocument/2006/relationships/slideLayout" Target="../slideLayouts/slideLayout26.xml"/><Relationship Id="rId90" Type="http://schemas.openxmlformats.org/officeDocument/2006/relationships/tags" Target="../tags/tag189.xml"/><Relationship Id="rId95" Type="http://schemas.openxmlformats.org/officeDocument/2006/relationships/tags" Target="../tags/tag194.xml"/><Relationship Id="rId22" Type="http://schemas.openxmlformats.org/officeDocument/2006/relationships/slideLayout" Target="../slideLayouts/slideLayout43.xml"/><Relationship Id="rId27" Type="http://schemas.openxmlformats.org/officeDocument/2006/relationships/tags" Target="../tags/tag126.xml"/><Relationship Id="rId43" Type="http://schemas.openxmlformats.org/officeDocument/2006/relationships/tags" Target="../tags/tag142.xml"/><Relationship Id="rId48" Type="http://schemas.openxmlformats.org/officeDocument/2006/relationships/tags" Target="../tags/tag147.xml"/><Relationship Id="rId64" Type="http://schemas.openxmlformats.org/officeDocument/2006/relationships/tags" Target="../tags/tag163.xml"/><Relationship Id="rId69" Type="http://schemas.openxmlformats.org/officeDocument/2006/relationships/tags" Target="../tags/tag168.xml"/><Relationship Id="rId113" Type="http://schemas.openxmlformats.org/officeDocument/2006/relationships/tags" Target="../tags/tag212.xml"/><Relationship Id="rId118" Type="http://schemas.openxmlformats.org/officeDocument/2006/relationships/tags" Target="../tags/tag217.xml"/><Relationship Id="rId134" Type="http://schemas.openxmlformats.org/officeDocument/2006/relationships/tags" Target="../tags/tag233.xml"/><Relationship Id="rId139" Type="http://schemas.openxmlformats.org/officeDocument/2006/relationships/tags" Target="../tags/tag238.xml"/><Relationship Id="rId80" Type="http://schemas.openxmlformats.org/officeDocument/2006/relationships/tags" Target="../tags/tag179.xml"/><Relationship Id="rId85" Type="http://schemas.openxmlformats.org/officeDocument/2006/relationships/tags" Target="../tags/tag184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33" Type="http://schemas.openxmlformats.org/officeDocument/2006/relationships/tags" Target="../tags/tag132.xml"/><Relationship Id="rId38" Type="http://schemas.openxmlformats.org/officeDocument/2006/relationships/tags" Target="../tags/tag137.xml"/><Relationship Id="rId59" Type="http://schemas.openxmlformats.org/officeDocument/2006/relationships/tags" Target="../tags/tag158.xml"/><Relationship Id="rId103" Type="http://schemas.openxmlformats.org/officeDocument/2006/relationships/tags" Target="../tags/tag202.xml"/><Relationship Id="rId108" Type="http://schemas.openxmlformats.org/officeDocument/2006/relationships/tags" Target="../tags/tag207.xml"/><Relationship Id="rId124" Type="http://schemas.openxmlformats.org/officeDocument/2006/relationships/tags" Target="../tags/tag223.xml"/><Relationship Id="rId129" Type="http://schemas.openxmlformats.org/officeDocument/2006/relationships/tags" Target="../tags/tag228.xml"/><Relationship Id="rId54" Type="http://schemas.openxmlformats.org/officeDocument/2006/relationships/tags" Target="../tags/tag153.xml"/><Relationship Id="rId70" Type="http://schemas.openxmlformats.org/officeDocument/2006/relationships/tags" Target="../tags/tag169.xml"/><Relationship Id="rId75" Type="http://schemas.openxmlformats.org/officeDocument/2006/relationships/tags" Target="../tags/tag174.xml"/><Relationship Id="rId91" Type="http://schemas.openxmlformats.org/officeDocument/2006/relationships/tags" Target="../tags/tag190.xml"/><Relationship Id="rId96" Type="http://schemas.openxmlformats.org/officeDocument/2006/relationships/tags" Target="../tags/tag195.xml"/><Relationship Id="rId140" Type="http://schemas.openxmlformats.org/officeDocument/2006/relationships/tags" Target="../tags/tag239.xml"/><Relationship Id="rId145" Type="http://schemas.openxmlformats.org/officeDocument/2006/relationships/tags" Target="../tags/tag244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44.xml"/><Relationship Id="rId28" Type="http://schemas.openxmlformats.org/officeDocument/2006/relationships/tags" Target="../tags/tag127.xml"/><Relationship Id="rId49" Type="http://schemas.openxmlformats.org/officeDocument/2006/relationships/tags" Target="../tags/tag148.xml"/><Relationship Id="rId114" Type="http://schemas.openxmlformats.org/officeDocument/2006/relationships/tags" Target="../tags/tag213.xml"/><Relationship Id="rId119" Type="http://schemas.openxmlformats.org/officeDocument/2006/relationships/tags" Target="../tags/tag218.xml"/><Relationship Id="rId44" Type="http://schemas.openxmlformats.org/officeDocument/2006/relationships/tags" Target="../tags/tag143.xml"/><Relationship Id="rId60" Type="http://schemas.openxmlformats.org/officeDocument/2006/relationships/tags" Target="../tags/tag159.xml"/><Relationship Id="rId65" Type="http://schemas.openxmlformats.org/officeDocument/2006/relationships/tags" Target="../tags/tag164.xml"/><Relationship Id="rId81" Type="http://schemas.openxmlformats.org/officeDocument/2006/relationships/tags" Target="../tags/tag180.xml"/><Relationship Id="rId86" Type="http://schemas.openxmlformats.org/officeDocument/2006/relationships/tags" Target="../tags/tag185.xml"/><Relationship Id="rId130" Type="http://schemas.openxmlformats.org/officeDocument/2006/relationships/tags" Target="../tags/tag229.xml"/><Relationship Id="rId135" Type="http://schemas.openxmlformats.org/officeDocument/2006/relationships/tags" Target="../tags/tag234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9" Type="http://schemas.openxmlformats.org/officeDocument/2006/relationships/tags" Target="../tags/tag138.xml"/><Relationship Id="rId109" Type="http://schemas.openxmlformats.org/officeDocument/2006/relationships/tags" Target="../tags/tag208.xml"/><Relationship Id="rId34" Type="http://schemas.openxmlformats.org/officeDocument/2006/relationships/tags" Target="../tags/tag133.xml"/><Relationship Id="rId50" Type="http://schemas.openxmlformats.org/officeDocument/2006/relationships/tags" Target="../tags/tag149.xml"/><Relationship Id="rId55" Type="http://schemas.openxmlformats.org/officeDocument/2006/relationships/tags" Target="../tags/tag154.xml"/><Relationship Id="rId76" Type="http://schemas.openxmlformats.org/officeDocument/2006/relationships/tags" Target="../tags/tag175.xml"/><Relationship Id="rId97" Type="http://schemas.openxmlformats.org/officeDocument/2006/relationships/tags" Target="../tags/tag196.xml"/><Relationship Id="rId104" Type="http://schemas.openxmlformats.org/officeDocument/2006/relationships/tags" Target="../tags/tag203.xml"/><Relationship Id="rId120" Type="http://schemas.openxmlformats.org/officeDocument/2006/relationships/tags" Target="../tags/tag219.xml"/><Relationship Id="rId125" Type="http://schemas.openxmlformats.org/officeDocument/2006/relationships/tags" Target="../tags/tag224.xml"/><Relationship Id="rId141" Type="http://schemas.openxmlformats.org/officeDocument/2006/relationships/tags" Target="../tags/tag240.xml"/><Relationship Id="rId146" Type="http://schemas.openxmlformats.org/officeDocument/2006/relationships/tags" Target="../tags/tag245.xml"/><Relationship Id="rId7" Type="http://schemas.openxmlformats.org/officeDocument/2006/relationships/slideLayout" Target="../slideLayouts/slideLayout28.xml"/><Relationship Id="rId71" Type="http://schemas.openxmlformats.org/officeDocument/2006/relationships/tags" Target="../tags/tag170.xml"/><Relationship Id="rId92" Type="http://schemas.openxmlformats.org/officeDocument/2006/relationships/tags" Target="../tags/tag191.xml"/><Relationship Id="rId2" Type="http://schemas.openxmlformats.org/officeDocument/2006/relationships/slideLayout" Target="../slideLayouts/slideLayout23.xml"/><Relationship Id="rId29" Type="http://schemas.openxmlformats.org/officeDocument/2006/relationships/tags" Target="../tags/tag128.xml"/><Relationship Id="rId24" Type="http://schemas.openxmlformats.org/officeDocument/2006/relationships/slideLayout" Target="../slideLayouts/slideLayout45.xml"/><Relationship Id="rId40" Type="http://schemas.openxmlformats.org/officeDocument/2006/relationships/tags" Target="../tags/tag139.xml"/><Relationship Id="rId45" Type="http://schemas.openxmlformats.org/officeDocument/2006/relationships/tags" Target="../tags/tag144.xml"/><Relationship Id="rId66" Type="http://schemas.openxmlformats.org/officeDocument/2006/relationships/tags" Target="../tags/tag165.xml"/><Relationship Id="rId87" Type="http://schemas.openxmlformats.org/officeDocument/2006/relationships/tags" Target="../tags/tag186.xml"/><Relationship Id="rId110" Type="http://schemas.openxmlformats.org/officeDocument/2006/relationships/tags" Target="../tags/tag209.xml"/><Relationship Id="rId115" Type="http://schemas.openxmlformats.org/officeDocument/2006/relationships/tags" Target="../tags/tag214.xml"/><Relationship Id="rId131" Type="http://schemas.openxmlformats.org/officeDocument/2006/relationships/tags" Target="../tags/tag230.xml"/><Relationship Id="rId136" Type="http://schemas.openxmlformats.org/officeDocument/2006/relationships/tags" Target="../tags/tag235.xml"/><Relationship Id="rId61" Type="http://schemas.openxmlformats.org/officeDocument/2006/relationships/tags" Target="../tags/tag160.xml"/><Relationship Id="rId82" Type="http://schemas.openxmlformats.org/officeDocument/2006/relationships/tags" Target="../tags/tag181.xml"/><Relationship Id="rId1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35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56" Type="http://schemas.openxmlformats.org/officeDocument/2006/relationships/tags" Target="../tags/tag155.xml"/><Relationship Id="rId77" Type="http://schemas.openxmlformats.org/officeDocument/2006/relationships/tags" Target="../tags/tag176.xml"/><Relationship Id="rId100" Type="http://schemas.openxmlformats.org/officeDocument/2006/relationships/tags" Target="../tags/tag199.xml"/><Relationship Id="rId105" Type="http://schemas.openxmlformats.org/officeDocument/2006/relationships/tags" Target="../tags/tag204.xml"/><Relationship Id="rId126" Type="http://schemas.openxmlformats.org/officeDocument/2006/relationships/tags" Target="../tags/tag225.xml"/><Relationship Id="rId147" Type="http://schemas.openxmlformats.org/officeDocument/2006/relationships/tags" Target="../tags/tag246.xml"/><Relationship Id="rId8" Type="http://schemas.openxmlformats.org/officeDocument/2006/relationships/slideLayout" Target="../slideLayouts/slideLayout29.xml"/><Relationship Id="rId51" Type="http://schemas.openxmlformats.org/officeDocument/2006/relationships/tags" Target="../tags/tag150.xml"/><Relationship Id="rId72" Type="http://schemas.openxmlformats.org/officeDocument/2006/relationships/tags" Target="../tags/tag171.xml"/><Relationship Id="rId93" Type="http://schemas.openxmlformats.org/officeDocument/2006/relationships/tags" Target="../tags/tag192.xml"/><Relationship Id="rId98" Type="http://schemas.openxmlformats.org/officeDocument/2006/relationships/tags" Target="../tags/tag197.xml"/><Relationship Id="rId121" Type="http://schemas.openxmlformats.org/officeDocument/2006/relationships/tags" Target="../tags/tag220.xml"/><Relationship Id="rId142" Type="http://schemas.openxmlformats.org/officeDocument/2006/relationships/tags" Target="../tags/tag241.xml"/><Relationship Id="rId3" Type="http://schemas.openxmlformats.org/officeDocument/2006/relationships/slideLayout" Target="../slideLayouts/slideLayout24.xml"/><Relationship Id="rId25" Type="http://schemas.openxmlformats.org/officeDocument/2006/relationships/theme" Target="../theme/theme2.xml"/><Relationship Id="rId46" Type="http://schemas.openxmlformats.org/officeDocument/2006/relationships/tags" Target="../tags/tag145.xml"/><Relationship Id="rId67" Type="http://schemas.openxmlformats.org/officeDocument/2006/relationships/tags" Target="../tags/tag166.xml"/><Relationship Id="rId116" Type="http://schemas.openxmlformats.org/officeDocument/2006/relationships/tags" Target="../tags/tag215.xml"/><Relationship Id="rId137" Type="http://schemas.openxmlformats.org/officeDocument/2006/relationships/tags" Target="../tags/tag236.xml"/><Relationship Id="rId20" Type="http://schemas.openxmlformats.org/officeDocument/2006/relationships/slideLayout" Target="../slideLayouts/slideLayout41.xml"/><Relationship Id="rId41" Type="http://schemas.openxmlformats.org/officeDocument/2006/relationships/tags" Target="../tags/tag140.xml"/><Relationship Id="rId62" Type="http://schemas.openxmlformats.org/officeDocument/2006/relationships/tags" Target="../tags/tag161.xml"/><Relationship Id="rId83" Type="http://schemas.openxmlformats.org/officeDocument/2006/relationships/tags" Target="../tags/tag182.xml"/><Relationship Id="rId88" Type="http://schemas.openxmlformats.org/officeDocument/2006/relationships/tags" Target="../tags/tag187.xml"/><Relationship Id="rId111" Type="http://schemas.openxmlformats.org/officeDocument/2006/relationships/tags" Target="../tags/tag210.xml"/><Relationship Id="rId132" Type="http://schemas.openxmlformats.org/officeDocument/2006/relationships/tags" Target="../tags/tag231.xml"/><Relationship Id="rId15" Type="http://schemas.openxmlformats.org/officeDocument/2006/relationships/slideLayout" Target="../slideLayouts/slideLayout36.xml"/><Relationship Id="rId36" Type="http://schemas.openxmlformats.org/officeDocument/2006/relationships/tags" Target="../tags/tag135.xml"/><Relationship Id="rId57" Type="http://schemas.openxmlformats.org/officeDocument/2006/relationships/tags" Target="../tags/tag156.xml"/><Relationship Id="rId106" Type="http://schemas.openxmlformats.org/officeDocument/2006/relationships/tags" Target="../tags/tag205.xml"/><Relationship Id="rId127" Type="http://schemas.openxmlformats.org/officeDocument/2006/relationships/tags" Target="../tags/tag226.xml"/><Relationship Id="rId10" Type="http://schemas.openxmlformats.org/officeDocument/2006/relationships/slideLayout" Target="../slideLayouts/slideLayout31.xml"/><Relationship Id="rId31" Type="http://schemas.openxmlformats.org/officeDocument/2006/relationships/tags" Target="../tags/tag130.xml"/><Relationship Id="rId52" Type="http://schemas.openxmlformats.org/officeDocument/2006/relationships/tags" Target="../tags/tag151.xml"/><Relationship Id="rId73" Type="http://schemas.openxmlformats.org/officeDocument/2006/relationships/tags" Target="../tags/tag172.xml"/><Relationship Id="rId78" Type="http://schemas.openxmlformats.org/officeDocument/2006/relationships/tags" Target="../tags/tag177.xml"/><Relationship Id="rId94" Type="http://schemas.openxmlformats.org/officeDocument/2006/relationships/tags" Target="../tags/tag193.xml"/><Relationship Id="rId99" Type="http://schemas.openxmlformats.org/officeDocument/2006/relationships/tags" Target="../tags/tag198.xml"/><Relationship Id="rId101" Type="http://schemas.openxmlformats.org/officeDocument/2006/relationships/tags" Target="../tags/tag200.xml"/><Relationship Id="rId122" Type="http://schemas.openxmlformats.org/officeDocument/2006/relationships/tags" Target="../tags/tag221.xml"/><Relationship Id="rId143" Type="http://schemas.openxmlformats.org/officeDocument/2006/relationships/tags" Target="../tags/tag242.xml"/><Relationship Id="rId148" Type="http://schemas.openxmlformats.org/officeDocument/2006/relationships/tags" Target="../tags/tag247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26" Type="http://schemas.openxmlformats.org/officeDocument/2006/relationships/tags" Target="../tags/tag125.xml"/><Relationship Id="rId47" Type="http://schemas.openxmlformats.org/officeDocument/2006/relationships/tags" Target="../tags/tag146.xml"/><Relationship Id="rId68" Type="http://schemas.openxmlformats.org/officeDocument/2006/relationships/tags" Target="../tags/tag167.xml"/><Relationship Id="rId89" Type="http://schemas.openxmlformats.org/officeDocument/2006/relationships/tags" Target="../tags/tag188.xml"/><Relationship Id="rId112" Type="http://schemas.openxmlformats.org/officeDocument/2006/relationships/tags" Target="../tags/tag211.xml"/><Relationship Id="rId133" Type="http://schemas.openxmlformats.org/officeDocument/2006/relationships/tags" Target="../tags/tag232.xml"/><Relationship Id="rId16" Type="http://schemas.openxmlformats.org/officeDocument/2006/relationships/slideLayout" Target="../slideLayouts/slideLayout37.xml"/><Relationship Id="rId37" Type="http://schemas.openxmlformats.org/officeDocument/2006/relationships/tags" Target="../tags/tag136.xml"/><Relationship Id="rId58" Type="http://schemas.openxmlformats.org/officeDocument/2006/relationships/tags" Target="../tags/tag157.xml"/><Relationship Id="rId79" Type="http://schemas.openxmlformats.org/officeDocument/2006/relationships/tags" Target="../tags/tag178.xml"/><Relationship Id="rId102" Type="http://schemas.openxmlformats.org/officeDocument/2006/relationships/tags" Target="../tags/tag201.xml"/><Relationship Id="rId123" Type="http://schemas.openxmlformats.org/officeDocument/2006/relationships/tags" Target="../tags/tag222.xml"/><Relationship Id="rId144" Type="http://schemas.openxmlformats.org/officeDocument/2006/relationships/tags" Target="../tags/tag2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9413" y="6536751"/>
            <a:ext cx="141064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noProof="0" smtClean="0"/>
              <a:pPr marL="0" lvl="0" indent="0" algn="r">
                <a:buNone/>
              </a:pPr>
              <a:t>‹#›</a:t>
            </a:fld>
            <a:endParaRPr lang="en-US" sz="900" noProof="0"/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20000"/>
            <a:ext cx="11186476" cy="47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23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24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25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26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kern="0">
                <a:ea typeface="Arial Unicode MS" pitchFamily="34" charset="-128"/>
                <a:cs typeface="Arial Unicode MS" pitchFamily="34" charset="-128"/>
              </a:rPr>
              <a:t>(r) Footnote</a:t>
            </a:r>
          </a:p>
        </p:txBody>
      </p:sp>
      <p:sp>
        <p:nvSpPr>
          <p:cNvPr id="132" name="Responsible [Sticker]" hidden="1">
            <a:extLst>
              <a:ext uri="{FF2B5EF4-FFF2-40B4-BE49-F238E27FC236}">
                <a16:creationId xmlns:a16="http://schemas.microsoft.com/office/drawing/2014/main" id="{3CB674C2-91C9-46E6-8AB4-E90ABF1CAFE0}"/>
              </a:ext>
            </a:extLst>
          </p:cNvPr>
          <p:cNvSpPr>
            <a:spLocks/>
          </p:cNvSpPr>
          <p:nvPr userDrawn="1"/>
        </p:nvSpPr>
        <p:spPr>
          <a:xfrm>
            <a:off x="10071105" y="896931"/>
            <a:ext cx="2124070" cy="5954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Responsible: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Name Lastname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5" r:id="rId3"/>
    <p:sldLayoutId id="2147483741" r:id="rId4"/>
    <p:sldLayoutId id="2147483765" r:id="rId5"/>
    <p:sldLayoutId id="2147483767" r:id="rId6"/>
    <p:sldLayoutId id="2147483743" r:id="rId7"/>
    <p:sldLayoutId id="2147484644" r:id="rId8"/>
    <p:sldLayoutId id="2147483745" r:id="rId9"/>
    <p:sldLayoutId id="2147483760" r:id="rId10"/>
    <p:sldLayoutId id="2147483768" r:id="rId11"/>
    <p:sldLayoutId id="2147483769" r:id="rId12"/>
    <p:sldLayoutId id="2147483770" r:id="rId13"/>
    <p:sldLayoutId id="2147483744" r:id="rId14"/>
    <p:sldLayoutId id="2147483757" r:id="rId15"/>
    <p:sldLayoutId id="2147483771" r:id="rId16"/>
    <p:sldLayoutId id="2147483763" r:id="rId17"/>
    <p:sldLayoutId id="2147483751" r:id="rId18"/>
    <p:sldLayoutId id="2147483756" r:id="rId19"/>
    <p:sldLayoutId id="2147483740" r:id="rId20"/>
    <p:sldLayoutId id="2147484645" r:id="rId21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9413" y="6536751"/>
            <a:ext cx="141064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noProof="0" smtClean="0"/>
              <a:pPr marL="0" lvl="0" indent="0" algn="r">
                <a:buNone/>
              </a:pPr>
              <a:t>‹#›</a:t>
            </a:fld>
            <a:endParaRPr lang="en-US" sz="900" noProof="0"/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20000"/>
            <a:ext cx="11186476" cy="47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26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27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28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29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kern="0">
                <a:ea typeface="Arial Unicode MS" pitchFamily="34" charset="-128"/>
                <a:cs typeface="Arial Unicode MS" pitchFamily="34" charset="-128"/>
              </a:rPr>
              <a:t>(r) Footnote</a:t>
            </a:r>
          </a:p>
        </p:txBody>
      </p:sp>
      <p:sp>
        <p:nvSpPr>
          <p:cNvPr id="132" name="Responsible [Sticker]" hidden="1">
            <a:extLst>
              <a:ext uri="{FF2B5EF4-FFF2-40B4-BE49-F238E27FC236}">
                <a16:creationId xmlns:a16="http://schemas.microsoft.com/office/drawing/2014/main" id="{3CB674C2-91C9-46E6-8AB4-E90ABF1CAFE0}"/>
              </a:ext>
            </a:extLst>
          </p:cNvPr>
          <p:cNvSpPr>
            <a:spLocks/>
          </p:cNvSpPr>
          <p:nvPr userDrawn="1"/>
        </p:nvSpPr>
        <p:spPr>
          <a:xfrm>
            <a:off x="10071105" y="896931"/>
            <a:ext cx="2124070" cy="5954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Responsible: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Name Lastname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37908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30" r:id="rId1"/>
    <p:sldLayoutId id="2147484731" r:id="rId2"/>
    <p:sldLayoutId id="2147484732" r:id="rId3"/>
    <p:sldLayoutId id="2147484733" r:id="rId4"/>
    <p:sldLayoutId id="2147484734" r:id="rId5"/>
    <p:sldLayoutId id="2147484735" r:id="rId6"/>
    <p:sldLayoutId id="2147484736" r:id="rId7"/>
    <p:sldLayoutId id="2147484737" r:id="rId8"/>
    <p:sldLayoutId id="2147484738" r:id="rId9"/>
    <p:sldLayoutId id="2147484739" r:id="rId10"/>
    <p:sldLayoutId id="2147484740" r:id="rId11"/>
    <p:sldLayoutId id="2147484741" r:id="rId12"/>
    <p:sldLayoutId id="2147484742" r:id="rId13"/>
    <p:sldLayoutId id="2147484743" r:id="rId14"/>
    <p:sldLayoutId id="2147484744" r:id="rId15"/>
    <p:sldLayoutId id="2147484745" r:id="rId16"/>
    <p:sldLayoutId id="2147484746" r:id="rId17"/>
    <p:sldLayoutId id="2147484747" r:id="rId18"/>
    <p:sldLayoutId id="2147484748" r:id="rId19"/>
    <p:sldLayoutId id="2147484749" r:id="rId20"/>
    <p:sldLayoutId id="2147484750" r:id="rId21"/>
    <p:sldLayoutId id="2147484751" r:id="rId22"/>
    <p:sldLayoutId id="2147484752" r:id="rId23"/>
    <p:sldLayoutId id="2147484753" r:id="rId24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svg"/><Relationship Id="rId2" Type="http://schemas.openxmlformats.org/officeDocument/2006/relationships/customXml" Target="../../customXml/item17.xml"/><Relationship Id="rId1" Type="http://schemas.openxmlformats.org/officeDocument/2006/relationships/customXml" Target="../../customXml/item16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35">
            <a:extLst>
              <a:ext uri="{FF2B5EF4-FFF2-40B4-BE49-F238E27FC236}">
                <a16:creationId xmlns:a16="http://schemas.microsoft.com/office/drawing/2014/main" id="{1F93FCB7-7B78-4C37-0F6E-3166A64617F7}"/>
              </a:ext>
            </a:extLst>
          </p:cNvPr>
          <p:cNvSpPr/>
          <p:nvPr/>
        </p:nvSpPr>
        <p:spPr>
          <a:xfrm>
            <a:off x="-51522" y="-18000"/>
            <a:ext cx="7380000" cy="6876000"/>
          </a:xfrm>
          <a:prstGeom prst="rect">
            <a:avLst/>
          </a:prstGeom>
          <a:solidFill>
            <a:srgbClr val="19548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914373">
              <a:defRPr/>
            </a:pPr>
            <a:endParaRPr lang="zh-TW" altLang="en-US" sz="3667">
              <a:solidFill>
                <a:srgbClr val="F3F3F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  <a:sym typeface="IBM Plex Sans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FDF46023-E687-4A8D-903E-46D85C761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016" y="39108"/>
            <a:ext cx="4558364" cy="6845325"/>
          </a:xfrm>
          <a:prstGeom prst="rect">
            <a:avLst/>
          </a:prstGeom>
        </p:spPr>
      </p:pic>
      <p:pic>
        <p:nvPicPr>
          <p:cNvPr id="2" name="Picture 43">
            <a:extLst>
              <a:ext uri="{FF2B5EF4-FFF2-40B4-BE49-F238E27FC236}">
                <a16:creationId xmlns:a16="http://schemas.microsoft.com/office/drawing/2014/main" id="{4FCF9585-2340-9ABF-B7D2-2DC28947715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8564" y="6008710"/>
            <a:ext cx="964382" cy="389422"/>
          </a:xfrm>
          <a:prstGeom prst="rect">
            <a:avLst/>
          </a:prstGeom>
        </p:spPr>
      </p:pic>
      <p:sp>
        <p:nvSpPr>
          <p:cNvPr id="9" name="矩形 39">
            <a:extLst>
              <a:ext uri="{FF2B5EF4-FFF2-40B4-BE49-F238E27FC236}">
                <a16:creationId xmlns:a16="http://schemas.microsoft.com/office/drawing/2014/main" id="{F334E2E3-18D8-40A7-464A-EE0C0D090102}"/>
              </a:ext>
            </a:extLst>
          </p:cNvPr>
          <p:cNvSpPr/>
          <p:nvPr/>
        </p:nvSpPr>
        <p:spPr>
          <a:xfrm>
            <a:off x="425242" y="369000"/>
            <a:ext cx="128349" cy="61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3">
              <a:defRPr/>
            </a:pPr>
            <a:endParaRPr lang="zh-TW" altLang="en-US" sz="1351">
              <a:solidFill>
                <a:srgbClr val="05124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  <a:sym typeface="IBM Plex Sans"/>
            </a:endParaRPr>
          </a:p>
        </p:txBody>
      </p:sp>
      <p:sp>
        <p:nvSpPr>
          <p:cNvPr id="10" name="矩形 47">
            <a:extLst>
              <a:ext uri="{FF2B5EF4-FFF2-40B4-BE49-F238E27FC236}">
                <a16:creationId xmlns:a16="http://schemas.microsoft.com/office/drawing/2014/main" id="{6ADFEF25-B70D-92F8-15FF-1D2EBA1D30AC}"/>
              </a:ext>
            </a:extLst>
          </p:cNvPr>
          <p:cNvSpPr/>
          <p:nvPr/>
        </p:nvSpPr>
        <p:spPr>
          <a:xfrm>
            <a:off x="7328478" y="-4950"/>
            <a:ext cx="299355" cy="6876000"/>
          </a:xfrm>
          <a:prstGeom prst="rect">
            <a:avLst/>
          </a:prstGeom>
          <a:solidFill>
            <a:srgbClr val="195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914373">
              <a:defRPr/>
            </a:pPr>
            <a:endParaRPr lang="zh-TW" altLang="en-US" sz="3667">
              <a:solidFill>
                <a:srgbClr val="F3F3F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  <a:sym typeface="IBM Plex Sans"/>
            </a:endParaRPr>
          </a:p>
        </p:txBody>
      </p:sp>
      <p:sp>
        <p:nvSpPr>
          <p:cNvPr id="11" name="AutoShape 65" descr="CMC中華汽車">
            <a:extLst>
              <a:ext uri="{FF2B5EF4-FFF2-40B4-BE49-F238E27FC236}">
                <a16:creationId xmlns:a16="http://schemas.microsoft.com/office/drawing/2014/main" id="{A6C91E01-765C-A6A0-0C46-99533151C3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86646" y="2026082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pPr defTabSz="914598" hangingPunct="0">
              <a:defRPr/>
            </a:pPr>
            <a:endParaRPr lang="zh-TW" altLang="en-US" sz="1700" kern="0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  <a:sym typeface="IBM Plex Sans"/>
            </a:endParaRPr>
          </a:p>
        </p:txBody>
      </p:sp>
      <p:pic>
        <p:nvPicPr>
          <p:cNvPr id="20" name="Graphic 11">
            <a:extLst>
              <a:ext uri="{FF2B5EF4-FFF2-40B4-BE49-F238E27FC236}">
                <a16:creationId xmlns:a16="http://schemas.microsoft.com/office/drawing/2014/main" id="{B4E4656F-4703-4AE6-5C29-A77B503DFA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437" y="6017132"/>
            <a:ext cx="2133600" cy="38100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07CDA4AE-67AE-1770-EB99-2AA6BC3B0355}"/>
              </a:ext>
            </a:extLst>
          </p:cNvPr>
          <p:cNvSpPr txBox="1"/>
          <p:nvPr/>
        </p:nvSpPr>
        <p:spPr>
          <a:xfrm>
            <a:off x="731454" y="350013"/>
            <a:ext cx="4264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598"/>
            <a:r>
              <a:rPr lang="en-US" altLang="zh-TW" sz="20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IBM</a:t>
            </a:r>
            <a:r>
              <a:rPr lang="zh-TW" altLang="en-US" sz="20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8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Consulting</a:t>
            </a:r>
            <a:endParaRPr lang="zh-TW" altLang="en-US" sz="2000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419C682-8D8D-6F71-BDE7-0058DEB78EE1}"/>
              </a:ext>
            </a:extLst>
          </p:cNvPr>
          <p:cNvSpPr txBox="1"/>
          <p:nvPr/>
        </p:nvSpPr>
        <p:spPr>
          <a:xfrm>
            <a:off x="714748" y="2203977"/>
            <a:ext cx="5654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1977">
              <a:defRPr/>
            </a:pPr>
            <a:r>
              <a:rPr lang="zh-TW" altLang="en-US" sz="32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sym typeface="IBM Plex Sans"/>
              </a:rPr>
              <a:t>明門</a:t>
            </a:r>
            <a:r>
              <a:rPr lang="en-US" altLang="zh-TW" sz="32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sym typeface="IBM Plex Sans"/>
              </a:rPr>
              <a:t> SAP ERP </a:t>
            </a:r>
            <a:r>
              <a:rPr lang="zh-TW" altLang="en-US" sz="320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  <a:sym typeface="IBM Plex Sans"/>
              </a:rPr>
              <a:t>專案</a:t>
            </a:r>
            <a:endParaRPr lang="en-US" altLang="zh-TW" sz="3200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  <a:sym typeface="IBM Plex Sans"/>
            </a:endParaRPr>
          </a:p>
        </p:txBody>
      </p:sp>
      <p:sp>
        <p:nvSpPr>
          <p:cNvPr id="5" name="文字方塊 1">
            <a:extLst>
              <a:ext uri="{FF2B5EF4-FFF2-40B4-BE49-F238E27FC236}">
                <a16:creationId xmlns:a16="http://schemas.microsoft.com/office/drawing/2014/main" id="{2C618435-6EFC-0EA1-6EA9-2EF1143CBDEC}"/>
              </a:ext>
            </a:extLst>
          </p:cNvPr>
          <p:cNvSpPr txBox="1"/>
          <p:nvPr/>
        </p:nvSpPr>
        <p:spPr>
          <a:xfrm>
            <a:off x="745742" y="5469939"/>
            <a:ext cx="4938911" cy="381000"/>
          </a:xfrm>
          <a:prstGeom prst="rect">
            <a:avLst/>
          </a:prstGeom>
        </p:spPr>
        <p:txBody>
          <a:bodyPr wrap="square" lIns="76200" tIns="38100" rIns="76200" bIns="38100" rtlCol="0" anchor="ctr">
            <a:noAutofit/>
          </a:bodyPr>
          <a:lstStyle/>
          <a:p>
            <a:pPr defTabSz="914373">
              <a:lnSpc>
                <a:spcPct val="105000"/>
              </a:lnSpc>
              <a:spcBef>
                <a:spcPts val="835"/>
              </a:spcBef>
              <a:defRPr/>
            </a:pPr>
            <a:r>
              <a:rPr lang="en-US" altLang="zh-TW" sz="18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</a:rPr>
              <a:t>2026/05/06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3ED4DA6D-87B4-0291-1988-CCE7AFAF4C8F}"/>
              </a:ext>
            </a:extLst>
          </p:cNvPr>
          <p:cNvSpPr txBox="1"/>
          <p:nvPr/>
        </p:nvSpPr>
        <p:spPr>
          <a:xfrm>
            <a:off x="724714" y="3537092"/>
            <a:ext cx="6310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1977">
              <a:defRPr/>
            </a:pPr>
            <a:r>
              <a:rPr lang="en" altLang="zh-TW" sz="28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S4 </a:t>
            </a:r>
            <a:r>
              <a:rPr lang="zh-TW" altLang="en-US" sz="28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專案 </a:t>
            </a:r>
            <a:r>
              <a:rPr lang="en-US" altLang="zh-TW" sz="28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–</a:t>
            </a:r>
            <a:r>
              <a:rPr lang="en-US" altLang="zh-TW" sz="2800" err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Liability_ONE</a:t>
            </a:r>
            <a:r>
              <a:rPr lang="en-US" altLang="zh-TW" sz="28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28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上線計畫</a:t>
            </a:r>
            <a:endParaRPr lang="en-US" altLang="zh-TW" sz="280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sym typeface="IBM Plex Sans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064218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F0542-735A-3652-0BA3-9977375EE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E92D82-23C4-10AF-E89B-94855F3CD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>
                <a:cs typeface="Arial"/>
              </a:rPr>
              <a:t>背景說明</a:t>
            </a:r>
            <a:r>
              <a:rPr lang="en-US" altLang="zh-TW">
                <a:cs typeface="Arial"/>
              </a:rPr>
              <a:t>:</a:t>
            </a:r>
            <a:r>
              <a:rPr lang="zh-TW" altLang="en-US">
                <a:cs typeface="Arial"/>
              </a:rPr>
              <a:t>  三批大範圍帳務異常處理狀況</a:t>
            </a:r>
            <a:r>
              <a:rPr lang="en-US" altLang="zh-TW">
                <a:cs typeface="Arial"/>
              </a:rPr>
              <a:t>, </a:t>
            </a:r>
            <a:r>
              <a:rPr lang="zh-TW" altLang="en-US">
                <a:cs typeface="Arial"/>
              </a:rPr>
              <a:t> </a:t>
            </a:r>
            <a:r>
              <a:rPr lang="en-US" altLang="zh-TW">
                <a:cs typeface="Arial"/>
              </a:rPr>
              <a:t>IT</a:t>
            </a:r>
            <a:r>
              <a:rPr lang="zh-TW" altLang="en-US">
                <a:cs typeface="Arial"/>
              </a:rPr>
              <a:t>仍要持續協助業務應對客人查帳</a:t>
            </a:r>
            <a:endParaRPr lang="zh-TW" altLang="zh-TW">
              <a:cs typeface="Arial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31866F3-539D-5B74-479A-BFFFDC9FC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011716"/>
              </p:ext>
            </p:extLst>
          </p:nvPr>
        </p:nvGraphicFramePr>
        <p:xfrm>
          <a:off x="508233" y="1574600"/>
          <a:ext cx="11187111" cy="693502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2286144">
                  <a:extLst>
                    <a:ext uri="{9D8B030D-6E8A-4147-A177-3AD203B41FA5}">
                      <a16:colId xmlns:a16="http://schemas.microsoft.com/office/drawing/2014/main" val="4149804288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055456456"/>
                    </a:ext>
                  </a:extLst>
                </a:gridCol>
                <a:gridCol w="7173767">
                  <a:extLst>
                    <a:ext uri="{9D8B030D-6E8A-4147-A177-3AD203B41FA5}">
                      <a16:colId xmlns:a16="http://schemas.microsoft.com/office/drawing/2014/main" val="3166441130"/>
                    </a:ext>
                  </a:extLst>
                </a:gridCol>
              </a:tblGrid>
              <a:tr h="147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</a:rPr>
                        <a:t>類別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</a:rPr>
                        <a:t>影響金額</a:t>
                      </a:r>
                      <a:r>
                        <a:rPr lang="en-US" sz="1200" kern="100">
                          <a:effectLst/>
                        </a:rPr>
                        <a:t> (USD)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</a:rPr>
                        <a:t>主要成因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75963985"/>
                  </a:ext>
                </a:extLst>
              </a:tr>
              <a:tr h="4761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altLang="en-US" sz="1200" kern="100">
                          <a:effectLst/>
                        </a:rPr>
                        <a:t>多還款</a:t>
                      </a:r>
                      <a:endParaRPr lang="en-US" altLang="zh-TW" sz="1200" kern="100">
                        <a:effectLst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</a:rPr>
                        <a:t>約</a:t>
                      </a:r>
                      <a:r>
                        <a:rPr lang="en-US" sz="1200" kern="100">
                          <a:effectLst/>
                        </a:rPr>
                        <a:t> 7.5 </a:t>
                      </a:r>
                      <a:r>
                        <a:rPr lang="zh-TW" sz="1200" kern="100">
                          <a:effectLst/>
                        </a:rPr>
                        <a:t>萬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TW" sz="1200" kern="100">
                          <a:effectLst/>
                        </a:rPr>
                        <a:t>C</a:t>
                      </a:r>
                      <a:r>
                        <a:rPr lang="zh-TW" altLang="en-US" sz="1200" kern="100">
                          <a:effectLst/>
                        </a:rPr>
                        <a:t>類預採自動轉出造成，一開始沒有進入預采設計 </a:t>
                      </a:r>
                      <a:r>
                        <a:rPr lang="en-US" altLang="zh-TW" sz="1200" kern="100">
                          <a:effectLst/>
                        </a:rPr>
                        <a:t>(</a:t>
                      </a:r>
                      <a:r>
                        <a:rPr lang="zh-TW" altLang="en-US" sz="1200" kern="100">
                          <a:effectLst/>
                        </a:rPr>
                        <a:t>客人一開始取消，成立</a:t>
                      </a:r>
                      <a:r>
                        <a:rPr lang="en-US" altLang="zh-TW" sz="1200" kern="100">
                          <a:effectLst/>
                        </a:rPr>
                        <a:t>C</a:t>
                      </a:r>
                      <a:r>
                        <a:rPr lang="zh-TW" altLang="en-US" sz="1200" kern="100">
                          <a:effectLst/>
                        </a:rPr>
                        <a:t>類預採，並使用工單綁住，生管 認知要 </a:t>
                      </a:r>
                      <a:r>
                        <a:rPr lang="en-US" altLang="zh-TW" sz="1200" kern="100">
                          <a:effectLst/>
                        </a:rPr>
                        <a:t>”</a:t>
                      </a:r>
                      <a:r>
                        <a:rPr lang="zh-TW" altLang="en-US" sz="1200" kern="100">
                          <a:effectLst/>
                        </a:rPr>
                        <a:t>人工判斷</a:t>
                      </a:r>
                      <a:r>
                        <a:rPr lang="en-US" altLang="zh-TW" sz="1200" kern="100">
                          <a:effectLst/>
                        </a:rPr>
                        <a:t>”</a:t>
                      </a:r>
                      <a:r>
                        <a:rPr lang="zh-TW" altLang="en-US" sz="1200" kern="100">
                          <a:effectLst/>
                        </a:rPr>
                        <a:t> 才能耗用  已溝通</a:t>
                      </a:r>
                      <a:r>
                        <a:rPr lang="en-US" altLang="zh-TW" sz="1200" kern="100">
                          <a:effectLst/>
                        </a:rPr>
                        <a:t>)</a:t>
                      </a:r>
                      <a:r>
                        <a:rPr lang="zh-TW" altLang="en-US" sz="1200" kern="100">
                          <a:effectLst/>
                        </a:rPr>
                        <a:t>  </a:t>
                      </a:r>
                      <a:r>
                        <a:rPr lang="zh-TW" altLang="en-US" sz="1200" kern="100">
                          <a:effectLst/>
                          <a:latin typeface="Aptos" panose="020B0004020202020204" pitchFamily="34" charset="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主要是 料號 </a:t>
                      </a:r>
                      <a:r>
                        <a:rPr lang="en-US" altLang="zh-TW" sz="1200" kern="100">
                          <a:effectLst/>
                          <a:latin typeface="Aptos" panose="020B0004020202020204" pitchFamily="34" charset="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A0502</a:t>
                      </a:r>
                      <a:r>
                        <a:rPr lang="zh-TW" altLang="en-US" sz="1200" kern="100">
                          <a:effectLst/>
                          <a:latin typeface="Aptos" panose="020B0004020202020204" pitchFamily="34" charset="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 開頭</a:t>
                      </a:r>
                      <a:r>
                        <a:rPr lang="en-US" altLang="zh-TW" sz="1200" kern="100">
                          <a:effectLst/>
                          <a:latin typeface="Aptos" panose="020B0004020202020204" pitchFamily="34" charset="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,</a:t>
                      </a:r>
                      <a:r>
                        <a:rPr lang="zh-TW" altLang="en-US" sz="1200" kern="100">
                          <a:effectLst/>
                          <a:latin typeface="Aptos" panose="020B0004020202020204" pitchFamily="34" charset="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 座布半成品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13924460"/>
                  </a:ext>
                </a:extLst>
              </a:tr>
            </a:tbl>
          </a:graphicData>
        </a:graphic>
      </p:graphicFrame>
      <p:sp>
        <p:nvSpPr>
          <p:cNvPr id="5" name="標題 1">
            <a:extLst>
              <a:ext uri="{FF2B5EF4-FFF2-40B4-BE49-F238E27FC236}">
                <a16:creationId xmlns:a16="http://schemas.microsoft.com/office/drawing/2014/main" id="{56428E5A-2ED8-3C3D-1A8C-D30B65EFA680}"/>
              </a:ext>
            </a:extLst>
          </p:cNvPr>
          <p:cNvSpPr txBox="1">
            <a:spLocks/>
          </p:cNvSpPr>
          <p:nvPr/>
        </p:nvSpPr>
        <p:spPr bwMode="black">
          <a:xfrm>
            <a:off x="200267" y="2627642"/>
            <a:ext cx="11186476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zh-TW" sz="2000"/>
              <a:t>這次上線前需要業務幫忙說明 補掛帳</a:t>
            </a:r>
            <a:r>
              <a:rPr lang="en-US" altLang="zh-TW" sz="2000"/>
              <a:t>26</a:t>
            </a:r>
            <a:r>
              <a:rPr lang="zh-TW" altLang="zh-TW" sz="2000"/>
              <a:t>萬美金,  客人實際承擔風險 &lt; </a:t>
            </a:r>
            <a:r>
              <a:rPr lang="en-US" altLang="zh-TW" sz="2000"/>
              <a:t>4.9</a:t>
            </a:r>
            <a:r>
              <a:rPr lang="zh-TW" altLang="zh-TW" sz="2000"/>
              <a:t>萬 USD</a:t>
            </a:r>
            <a:r>
              <a:rPr lang="en-US" altLang="zh-TW" sz="2000"/>
              <a:t> </a:t>
            </a:r>
            <a:r>
              <a:rPr lang="en-US" altLang="zh-TW" sz="2000">
                <a:sym typeface="Wingdings" panose="05000000000000000000" pitchFamily="2" charset="2"/>
              </a:rPr>
              <a:t></a:t>
            </a:r>
            <a:r>
              <a:rPr lang="zh-TW" altLang="en-US" sz="2000">
                <a:sym typeface="Wingdings" panose="05000000000000000000" pitchFamily="2" charset="2"/>
              </a:rPr>
              <a:t>已溝通</a:t>
            </a:r>
            <a:endParaRPr lang="zh-TW" altLang="en-US" sz="2000">
              <a:cs typeface="Arial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9429C05-8840-6451-C6CF-DD6CCC4B4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859531"/>
              </p:ext>
            </p:extLst>
          </p:nvPr>
        </p:nvGraphicFramePr>
        <p:xfrm>
          <a:off x="508233" y="2996364"/>
          <a:ext cx="11187109" cy="3054668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1898230">
                  <a:extLst>
                    <a:ext uri="{9D8B030D-6E8A-4147-A177-3AD203B41FA5}">
                      <a16:colId xmlns:a16="http://schemas.microsoft.com/office/drawing/2014/main" val="3741969670"/>
                    </a:ext>
                  </a:extLst>
                </a:gridCol>
                <a:gridCol w="1898230">
                  <a:extLst>
                    <a:ext uri="{9D8B030D-6E8A-4147-A177-3AD203B41FA5}">
                      <a16:colId xmlns:a16="http://schemas.microsoft.com/office/drawing/2014/main" val="2572009452"/>
                    </a:ext>
                  </a:extLst>
                </a:gridCol>
                <a:gridCol w="1434128">
                  <a:extLst>
                    <a:ext uri="{9D8B030D-6E8A-4147-A177-3AD203B41FA5}">
                      <a16:colId xmlns:a16="http://schemas.microsoft.com/office/drawing/2014/main" val="2573197099"/>
                    </a:ext>
                  </a:extLst>
                </a:gridCol>
                <a:gridCol w="5956521">
                  <a:extLst>
                    <a:ext uri="{9D8B030D-6E8A-4147-A177-3AD203B41FA5}">
                      <a16:colId xmlns:a16="http://schemas.microsoft.com/office/drawing/2014/main" val="1835273678"/>
                    </a:ext>
                  </a:extLst>
                </a:gridCol>
              </a:tblGrid>
              <a:tr h="1003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</a:rPr>
                        <a:t>類別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14999"/>
                        </a:lnSpc>
                        <a:spcAft>
                          <a:spcPts val="800"/>
                        </a:spcAft>
                        <a:buNone/>
                      </a:pPr>
                      <a:endParaRPr lang="zh-TW" sz="1200" kern="100">
                        <a:effectLst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</a:rPr>
                        <a:t>影響金額</a:t>
                      </a:r>
                      <a:r>
                        <a:rPr lang="en-US" sz="1200" kern="100">
                          <a:effectLst/>
                        </a:rPr>
                        <a:t> (USD)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</a:rPr>
                        <a:t>主要成因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66744304"/>
                  </a:ext>
                </a:extLst>
              </a:tr>
              <a:tr h="3884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MOQ </a:t>
                      </a:r>
                      <a:r>
                        <a:rPr lang="zh-TW" sz="1200" kern="100">
                          <a:effectLst/>
                        </a:rPr>
                        <a:t>未產生單據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14999"/>
                        </a:lnSpc>
                        <a:spcAft>
                          <a:spcPts val="800"/>
                        </a:spcAft>
                        <a:buNone/>
                      </a:pPr>
                      <a:endParaRPr lang="zh-TW" sz="1200" kern="100">
                        <a:effectLst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</a:rPr>
                        <a:t>約</a:t>
                      </a:r>
                      <a:r>
                        <a:rPr lang="en-US" sz="1200" kern="100">
                          <a:effectLst/>
                        </a:rPr>
                        <a:t> 12 </a:t>
                      </a:r>
                      <a:r>
                        <a:rPr lang="zh-TW" sz="1200" kern="100">
                          <a:effectLst/>
                        </a:rPr>
                        <a:t>萬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TW" sz="1200" kern="100">
                          <a:effectLst/>
                        </a:rPr>
                        <a:t>1.</a:t>
                      </a:r>
                      <a:r>
                        <a:rPr lang="zh-TW" altLang="en-US" sz="1200" kern="100">
                          <a:effectLst/>
                        </a:rPr>
                        <a:t>程式</a:t>
                      </a:r>
                      <a:r>
                        <a:rPr lang="zh-TW" sz="1200" kern="100">
                          <a:effectLst/>
                        </a:rPr>
                        <a:t>進版導致</a:t>
                      </a:r>
                      <a:r>
                        <a:rPr lang="en-US" altLang="zh-TW" sz="1200" kern="100">
                          <a:effectLst/>
                        </a:rPr>
                        <a:t>:</a:t>
                      </a:r>
                      <a:r>
                        <a:rPr lang="zh-TW" altLang="en-US" sz="1200" kern="100">
                          <a:effectLst/>
                        </a:rPr>
                        <a:t> 日期抓取邏輯調整為第</a:t>
                      </a:r>
                      <a:r>
                        <a:rPr lang="en-US" altLang="zh-TW" sz="1200" kern="100">
                          <a:effectLst/>
                        </a:rPr>
                        <a:t>0</a:t>
                      </a:r>
                      <a:r>
                        <a:rPr lang="zh-TW" altLang="en-US" sz="1200" kern="100">
                          <a:effectLst/>
                        </a:rPr>
                        <a:t>版確認日期</a:t>
                      </a:r>
                      <a:endParaRPr lang="en-US" altLang="zh-TW" sz="12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TW" sz="1200" kern="100">
                          <a:effectLst/>
                        </a:rPr>
                        <a:t>2.</a:t>
                      </a:r>
                      <a:r>
                        <a:rPr lang="zh-TW" altLang="en-US" sz="1200" kern="100">
                          <a:effectLst/>
                        </a:rPr>
                        <a:t>元件</a:t>
                      </a:r>
                      <a:r>
                        <a:rPr lang="zh-TW" altLang="zh-TW" sz="1200" kern="100">
                          <a:effectLst/>
                        </a:rPr>
                        <a:t>單價</a:t>
                      </a:r>
                      <a:r>
                        <a:rPr lang="zh-TW" altLang="en-US" sz="1200" kern="100">
                          <a:effectLst/>
                        </a:rPr>
                        <a:t>為零</a:t>
                      </a:r>
                      <a:endParaRPr lang="en-US" altLang="zh-TW" sz="12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TW" sz="1200" kern="100">
                          <a:effectLst/>
                        </a:rPr>
                        <a:t>3.</a:t>
                      </a:r>
                      <a:r>
                        <a:rPr lang="zh-TW" sz="1200" kern="100">
                          <a:effectLst/>
                        </a:rPr>
                        <a:t>訂單加量觸發二次</a:t>
                      </a:r>
                      <a:r>
                        <a:rPr lang="en-US" sz="1200" kern="100">
                          <a:effectLst/>
                        </a:rPr>
                        <a:t> MOQ </a:t>
                      </a:r>
                      <a:r>
                        <a:rPr lang="zh-TW" sz="1200" kern="100">
                          <a:effectLst/>
                        </a:rPr>
                        <a:t>但系統未捕捉。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50229352"/>
                  </a:ext>
                </a:extLst>
              </a:tr>
              <a:tr h="8208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</a:rPr>
                        <a:t>超轉出</a:t>
                      </a:r>
                      <a:r>
                        <a:rPr lang="en-US" sz="1200" kern="100">
                          <a:effectLst/>
                        </a:rPr>
                        <a:t> (Over-transfer)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14999"/>
                        </a:lnSpc>
                        <a:spcAft>
                          <a:spcPts val="800"/>
                        </a:spcAft>
                        <a:buNone/>
                      </a:pPr>
                      <a:endParaRPr lang="en-US" altLang="zh-TW" sz="1200" kern="100">
                        <a:effectLst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TW" sz="1200" kern="100">
                          <a:effectLst/>
                        </a:rPr>
                        <a:t>約</a:t>
                      </a:r>
                      <a:r>
                        <a:rPr lang="en-US" sz="1200" kern="100">
                          <a:effectLst/>
                        </a:rPr>
                        <a:t> 13.</a:t>
                      </a:r>
                      <a:r>
                        <a:rPr lang="en-US" altLang="zh-TW" sz="1200" kern="100">
                          <a:effectLst/>
                        </a:rPr>
                        <a:t>6</a:t>
                      </a:r>
                      <a:r>
                        <a:rPr lang="en-US" sz="1200" kern="100">
                          <a:effectLst/>
                        </a:rPr>
                        <a:t> </a:t>
                      </a:r>
                      <a:r>
                        <a:rPr lang="zh-TW" sz="1200" kern="100">
                          <a:effectLst/>
                        </a:rPr>
                        <a:t>萬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TW" sz="1200" kern="100">
                          <a:effectLst/>
                        </a:rPr>
                        <a:t>1.</a:t>
                      </a:r>
                      <a:r>
                        <a:rPr lang="zh-TW" altLang="en-US" sz="1200" kern="100">
                          <a:effectLst/>
                        </a:rPr>
                        <a:t> </a:t>
                      </a:r>
                      <a:r>
                        <a:rPr lang="en-US" altLang="zh-TW" sz="1200" kern="100">
                          <a:effectLst/>
                        </a:rPr>
                        <a:t>MCN </a:t>
                      </a:r>
                      <a:r>
                        <a:rPr lang="zh-TW" altLang="en-US" sz="1200" kern="100">
                          <a:effectLst/>
                        </a:rPr>
                        <a:t>手動轉出舊料，原轉出的新料應還原</a:t>
                      </a:r>
                      <a:endParaRPr lang="en-US" altLang="zh-TW" sz="1200" kern="100">
                        <a:effectLst/>
                      </a:endParaRPr>
                    </a:p>
                    <a:p>
                      <a:pPr marL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US" altLang="zh-TW" sz="1200" kern="100">
                          <a:effectLst/>
                        </a:rPr>
                        <a:t>2. </a:t>
                      </a:r>
                      <a:r>
                        <a:rPr lang="zh-TW" altLang="en-US" sz="1200" kern="100">
                          <a:effectLst/>
                        </a:rPr>
                        <a:t>理論庫存未考慮單顆預採餘數。</a:t>
                      </a:r>
                    </a:p>
                    <a:p>
                      <a:pPr marL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US" altLang="zh-TW" sz="1200" kern="100">
                          <a:effectLst/>
                        </a:rPr>
                        <a:t>3. </a:t>
                      </a:r>
                      <a:r>
                        <a:rPr lang="zh-TW" altLang="en-US" sz="1200" kern="100">
                          <a:effectLst/>
                        </a:rPr>
                        <a:t>作業時間差，影響 </a:t>
                      </a:r>
                      <a:r>
                        <a:rPr lang="en-US" altLang="zh-TW" sz="1200" kern="100">
                          <a:effectLst/>
                        </a:rPr>
                        <a:t>MRP </a:t>
                      </a:r>
                      <a:r>
                        <a:rPr lang="zh-TW" altLang="en-US" sz="1200" kern="100">
                          <a:effectLst/>
                        </a:rPr>
                        <a:t>理論庫存的多料報表</a:t>
                      </a:r>
                      <a:endParaRPr lang="en-US" altLang="zh-TW" sz="1200" kern="100">
                        <a:effectLst/>
                      </a:endParaRPr>
                    </a:p>
                    <a:p>
                      <a:pPr marL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TW" sz="1200" kern="100">
                          <a:effectLst/>
                        </a:rPr>
                        <a:t>4. 202512 &amp; 202601</a:t>
                      </a:r>
                      <a:r>
                        <a:rPr lang="zh-TW" altLang="en-US" sz="1200" kern="100">
                          <a:effectLst/>
                        </a:rPr>
                        <a:t>月補展 </a:t>
                      </a:r>
                      <a:r>
                        <a:rPr lang="en-US" altLang="zh-TW" sz="1200" kern="100">
                          <a:effectLst/>
                        </a:rPr>
                        <a:t>BOM</a:t>
                      </a:r>
                      <a:r>
                        <a:rPr lang="zh-TW" altLang="en-US" sz="1200" kern="100">
                          <a:effectLst/>
                        </a:rPr>
                        <a:t>，超轉出</a:t>
                      </a:r>
                      <a:endParaRPr lang="en-US" altLang="zh-TW" sz="1200" kern="100">
                        <a:effectLst/>
                      </a:endParaRPr>
                    </a:p>
                    <a:p>
                      <a:pPr marL="0" marR="0" lvl="0" indent="0" algn="l" defTabSz="1088558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00">
                          <a:effectLst/>
                        </a:rPr>
                        <a:t>4.</a:t>
                      </a:r>
                      <a:r>
                        <a:rPr lang="zh-TW" altLang="zh-TW" sz="1200" kern="100">
                          <a:effectLst/>
                        </a:rPr>
                        <a:t>手工修正時日期區間條件設定錯誤，導致修正過頭</a:t>
                      </a:r>
                      <a:r>
                        <a:rPr lang="zh-TW" altLang="en-US" sz="1200" kern="100">
                          <a:effectLst/>
                        </a:rPr>
                        <a:t>，重複扣用。</a:t>
                      </a:r>
                      <a:endParaRPr lang="en-US" altLang="zh-TW" sz="12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TW" sz="1200" kern="100">
                          <a:effectLst/>
                          <a:latin typeface="Aptos" panose="020B0004020202020204" pitchFamily="34" charset="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5.</a:t>
                      </a:r>
                      <a:r>
                        <a:rPr lang="zh-TW" altLang="en-US" sz="1200" kern="100">
                          <a:effectLst/>
                          <a:latin typeface="Aptos" panose="020B0004020202020204" pitchFamily="34" charset="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200" kern="100">
                          <a:effectLst/>
                          <a:latin typeface="Aptos" panose="020B0004020202020204" pitchFamily="34" charset="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MCN </a:t>
                      </a:r>
                      <a:r>
                        <a:rPr lang="zh-TW" altLang="en-US" sz="1200" kern="100">
                          <a:effectLst/>
                          <a:latin typeface="Aptos" panose="020B0004020202020204" pitchFamily="34" charset="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手動轉出舊料，原轉出的新料應還原。</a:t>
                      </a: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51096435"/>
                  </a:ext>
                </a:extLst>
              </a:tr>
              <a:tr h="1011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14999"/>
                        </a:lnSpc>
                        <a:spcAft>
                          <a:spcPts val="800"/>
                        </a:spcAft>
                        <a:buNone/>
                      </a:pPr>
                      <a:endParaRPr lang="zh-TW" sz="1200" kern="100">
                        <a:effectLst/>
                        <a:latin typeface="Aptos"/>
                        <a:ea typeface="新細明體"/>
                        <a:cs typeface="Arial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zh-TW" sz="1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8236597"/>
                  </a:ext>
                </a:extLst>
              </a:tr>
            </a:tbl>
          </a:graphicData>
        </a:graphic>
      </p:graphicFrame>
      <p:sp>
        <p:nvSpPr>
          <p:cNvPr id="10" name="標題 1">
            <a:extLst>
              <a:ext uri="{FF2B5EF4-FFF2-40B4-BE49-F238E27FC236}">
                <a16:creationId xmlns:a16="http://schemas.microsoft.com/office/drawing/2014/main" id="{BE9F70B7-04F1-81E4-9BAE-BAA6560A4FCD}"/>
              </a:ext>
            </a:extLst>
          </p:cNvPr>
          <p:cNvSpPr txBox="1">
            <a:spLocks/>
          </p:cNvSpPr>
          <p:nvPr/>
        </p:nvSpPr>
        <p:spPr bwMode="black">
          <a:xfrm>
            <a:off x="200267" y="1210079"/>
            <a:ext cx="11186476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zh-TW" sz="2000">
                <a:solidFill>
                  <a:schemeClr val="bg1">
                    <a:lumMod val="50000"/>
                  </a:schemeClr>
                </a:solidFill>
              </a:rPr>
              <a:t>之前有多還款</a:t>
            </a:r>
            <a:r>
              <a:rPr lang="en-US" altLang="zh-TW" sz="2000">
                <a:solidFill>
                  <a:schemeClr val="bg1">
                    <a:lumMod val="50000"/>
                  </a:schemeClr>
                </a:solidFill>
              </a:rPr>
              <a:t> 7.5</a:t>
            </a:r>
            <a:r>
              <a:rPr lang="zh-TW" altLang="zh-TW" sz="2000">
                <a:solidFill>
                  <a:schemeClr val="bg1">
                    <a:lumMod val="50000"/>
                  </a:schemeClr>
                </a:solidFill>
              </a:rPr>
              <a:t>萬 USD, 但不好對客人講.  </a:t>
            </a:r>
            <a:r>
              <a:rPr lang="en-US" altLang="zh-TW" sz="2000">
                <a:sym typeface="Wingdings" panose="05000000000000000000" pitchFamily="2" charset="2"/>
              </a:rPr>
              <a:t></a:t>
            </a:r>
            <a:r>
              <a:rPr lang="zh-TW" altLang="zh-TW" sz="2000">
                <a:solidFill>
                  <a:schemeClr val="bg1">
                    <a:lumMod val="50000"/>
                  </a:schemeClr>
                </a:solidFill>
              </a:rPr>
              <a:t> 業務協議暫不動作</a:t>
            </a:r>
            <a:endParaRPr lang="zh-TW" altLang="en-US" sz="2000">
              <a:solidFill>
                <a:schemeClr val="bg1">
                  <a:lumMod val="50000"/>
                </a:schemeClr>
              </a:solidFill>
              <a:cs typeface="Arial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AF396FD4-848F-52D6-D924-E3CA53A1C78F}"/>
              </a:ext>
            </a:extLst>
          </p:cNvPr>
          <p:cNvSpPr txBox="1">
            <a:spLocks/>
          </p:cNvSpPr>
          <p:nvPr/>
        </p:nvSpPr>
        <p:spPr bwMode="black">
          <a:xfrm>
            <a:off x="200266" y="6295599"/>
            <a:ext cx="11742351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/>
              <a:t>四月初補掛</a:t>
            </a:r>
            <a:r>
              <a:rPr lang="en-US" altLang="zh-TW" sz="2000"/>
              <a:t>1~3</a:t>
            </a:r>
            <a:r>
              <a:rPr lang="zh-TW" altLang="en-US" sz="2000"/>
              <a:t>月前的</a:t>
            </a:r>
            <a:r>
              <a:rPr lang="en-US" altLang="zh-TW" sz="2000"/>
              <a:t>6</a:t>
            </a:r>
            <a:r>
              <a:rPr lang="zh-TW" altLang="en-US" sz="2000"/>
              <a:t>萬</a:t>
            </a:r>
            <a:r>
              <a:rPr lang="en-US" altLang="zh-TW" sz="2000"/>
              <a:t>XJ</a:t>
            </a:r>
            <a:r>
              <a:rPr lang="zh-TW" altLang="en-US" sz="2000"/>
              <a:t>單上去</a:t>
            </a:r>
            <a:r>
              <a:rPr lang="en-US" altLang="zh-TW" sz="1600"/>
              <a:t>(</a:t>
            </a:r>
            <a:r>
              <a:rPr lang="zh-TW" altLang="en-US" sz="1600"/>
              <a:t>之前出帳時沒單價</a:t>
            </a:r>
            <a:r>
              <a:rPr lang="en-US" altLang="zh-TW" sz="1600"/>
              <a:t>, </a:t>
            </a:r>
            <a:r>
              <a:rPr lang="zh-TW" altLang="en-US" sz="1600"/>
              <a:t>導致沒產生</a:t>
            </a:r>
            <a:r>
              <a:rPr lang="en-US" altLang="zh-TW" sz="1600"/>
              <a:t>)</a:t>
            </a:r>
            <a:r>
              <a:rPr lang="en-US" altLang="zh-TW" sz="2000"/>
              <a:t>, 2026/03</a:t>
            </a:r>
            <a:r>
              <a:rPr lang="zh-TW" altLang="en-US" sz="2000"/>
              <a:t>當期四月時提供給</a:t>
            </a:r>
            <a:r>
              <a:rPr lang="en-US" altLang="zh-TW" sz="2000"/>
              <a:t>G</a:t>
            </a:r>
            <a:r>
              <a:rPr lang="zh-TW" altLang="en-US" sz="2000"/>
              <a:t>客戶過了</a:t>
            </a:r>
            <a:endParaRPr lang="zh-TW" altLang="en-US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20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D881-E99E-0C34-DE5D-B05B46C8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矩形 206">
            <a:extLst>
              <a:ext uri="{FF2B5EF4-FFF2-40B4-BE49-F238E27FC236}">
                <a16:creationId xmlns:a16="http://schemas.microsoft.com/office/drawing/2014/main" id="{22DE901C-3AF9-080F-5511-C3B73846C846}"/>
              </a:ext>
            </a:extLst>
          </p:cNvPr>
          <p:cNvSpPr/>
          <p:nvPr/>
        </p:nvSpPr>
        <p:spPr bwMode="gray">
          <a:xfrm>
            <a:off x="5332651" y="5007427"/>
            <a:ext cx="4392420" cy="156375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prstDash val="dash"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第一階段上線後安排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E5E966C-4DC9-5679-62B4-05499F6EF13B}"/>
              </a:ext>
            </a:extLst>
          </p:cNvPr>
          <p:cNvSpPr/>
          <p:nvPr/>
        </p:nvSpPr>
        <p:spPr bwMode="gray">
          <a:xfrm>
            <a:off x="5332651" y="3410336"/>
            <a:ext cx="2128205" cy="154493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prstDash val="dash"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預計 </a:t>
            </a: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6/1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上線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B12B456-DA36-8CAA-14B4-A9994250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Liability</a:t>
            </a:r>
            <a:r>
              <a:rPr lang="zh-TW" altLang="en-US"/>
              <a:t> </a:t>
            </a:r>
            <a:r>
              <a:rPr lang="en-US" altLang="zh-TW"/>
              <a:t>ONE</a:t>
            </a:r>
            <a:r>
              <a:rPr lang="zh-TW" altLang="zh-TW"/>
              <a:t>上線後 端到端流程 說明</a:t>
            </a:r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3CF626-B483-9E78-C43A-6CC62A118AB8}"/>
              </a:ext>
            </a:extLst>
          </p:cNvPr>
          <p:cNvSpPr/>
          <p:nvPr/>
        </p:nvSpPr>
        <p:spPr>
          <a:xfrm>
            <a:off x="782004" y="3489829"/>
            <a:ext cx="180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ZTGCX0002A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角色權限設定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61253B-D081-CF8B-AD8B-EDE1234DD3CB}"/>
              </a:ext>
            </a:extLst>
          </p:cNvPr>
          <p:cNvSpPr/>
          <p:nvPr/>
        </p:nvSpPr>
        <p:spPr>
          <a:xfrm>
            <a:off x="782006" y="2666423"/>
            <a:ext cx="180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ZTGCX0002B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客戶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廠別設定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C83591-38CB-1575-FBFF-AC91911CFD12}"/>
              </a:ext>
            </a:extLst>
          </p:cNvPr>
          <p:cNvSpPr/>
          <p:nvPr/>
        </p:nvSpPr>
        <p:spPr>
          <a:xfrm>
            <a:off x="782005" y="4313236"/>
            <a:ext cx="180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ZTGCX0002C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不報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規則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E6C941-BB45-149E-DFB9-55BDCE4AC206}"/>
              </a:ext>
            </a:extLst>
          </p:cNvPr>
          <p:cNvSpPr/>
          <p:nvPr/>
        </p:nvSpPr>
        <p:spPr>
          <a:xfrm>
            <a:off x="3110657" y="1878225"/>
            <a:ext cx="1800000" cy="540000"/>
          </a:xfrm>
          <a:prstGeom prst="rect">
            <a:avLst/>
          </a:prstGeom>
          <a:solidFill>
            <a:srgbClr val="C2DFBC"/>
          </a:solidFill>
          <a:ln w="571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ZTGCX0001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詢單報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MOQ</a:t>
            </a:r>
            <a:endParaRPr lang="zh-TW" altLang="en-US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2D6BAA-14EE-8CCC-0AE5-A1B46668372C}"/>
              </a:ext>
            </a:extLst>
          </p:cNvPr>
          <p:cNvSpPr/>
          <p:nvPr/>
        </p:nvSpPr>
        <p:spPr>
          <a:xfrm>
            <a:off x="3110657" y="2666423"/>
            <a:ext cx="1800000" cy="540000"/>
          </a:xfrm>
          <a:prstGeom prst="rect">
            <a:avLst/>
          </a:prstGeom>
          <a:solidFill>
            <a:srgbClr val="C2DFBC"/>
          </a:solidFill>
          <a:ln w="571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ZTGCX0003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訂單取消報庫存</a:t>
            </a:r>
          </a:p>
        </p:txBody>
      </p: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0AE3F226-49E1-C143-68E7-3F7C7903917B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2582004" y="2936423"/>
            <a:ext cx="528653" cy="8234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EBD8B7A3-277F-62FC-6B45-5DD3F9C8ABE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582005" y="2148225"/>
            <a:ext cx="528652" cy="243501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F05EEB3A-12BC-0CC4-3FAA-761B5E3325F5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582006" y="2148225"/>
            <a:ext cx="528651" cy="7881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3DD7F723-6B78-BBE0-1D16-855E1E2AE87C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2582004" y="2148225"/>
            <a:ext cx="528653" cy="1611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2D5B190-37C3-E80B-C96B-0FD3028592E6}"/>
              </a:ext>
            </a:extLst>
          </p:cNvPr>
          <p:cNvSpPr/>
          <p:nvPr/>
        </p:nvSpPr>
        <p:spPr>
          <a:xfrm>
            <a:off x="3110657" y="3489829"/>
            <a:ext cx="1800000" cy="540000"/>
          </a:xfrm>
          <a:prstGeom prst="rect">
            <a:avLst/>
          </a:prstGeom>
          <a:solidFill>
            <a:srgbClr val="C2DFBC"/>
          </a:solidFill>
          <a:ln w="571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ZPEC006/ZPEC007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MCN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報庫存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E37111-C183-8E93-F440-AF8D08E8094C}"/>
              </a:ext>
            </a:extLst>
          </p:cNvPr>
          <p:cNvSpPr/>
          <p:nvPr/>
        </p:nvSpPr>
        <p:spPr>
          <a:xfrm>
            <a:off x="3126320" y="5093686"/>
            <a:ext cx="1800000" cy="531907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ZPRP047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Level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Load</a:t>
            </a:r>
            <a:r>
              <a:rPr lang="zh-TW" altLang="en-US" sz="1200"/>
              <a:t>座布組預採</a:t>
            </a:r>
            <a:endParaRPr lang="zh-TW" altLang="en-US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20D8A9-C272-7F45-50FC-47A82FE1906E}"/>
              </a:ext>
            </a:extLst>
          </p:cNvPr>
          <p:cNvSpPr/>
          <p:nvPr/>
        </p:nvSpPr>
        <p:spPr>
          <a:xfrm>
            <a:off x="5523983" y="4306538"/>
            <a:ext cx="1800000" cy="540000"/>
          </a:xfrm>
          <a:prstGeom prst="rect">
            <a:avLst/>
          </a:prstGeom>
          <a:solidFill>
            <a:srgbClr val="FFFF00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GAP-CX202</a:t>
            </a:r>
            <a:b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單顆長交轉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endParaRPr lang="zh-TW" altLang="en-US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AA19E9-1D92-FFCB-07BD-08F73E0F2AF6}"/>
              </a:ext>
            </a:extLst>
          </p:cNvPr>
          <p:cNvSpPr/>
          <p:nvPr/>
        </p:nvSpPr>
        <p:spPr>
          <a:xfrm>
            <a:off x="5508321" y="5093686"/>
            <a:ext cx="1800000" cy="540000"/>
          </a:xfrm>
          <a:prstGeom prst="rect">
            <a:avLst/>
          </a:prstGeom>
          <a:solidFill>
            <a:srgbClr val="FFFF00"/>
          </a:solidFill>
          <a:ln w="38100">
            <a:solidFill>
              <a:srgbClr val="92D05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ZXQ07</a:t>
            </a:r>
            <a:b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單批次上傳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57A5E4DA-B8B6-B45A-9BD4-BB3D5797EE80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4926320" y="5359640"/>
            <a:ext cx="582001" cy="40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C508F43-4E02-5CB7-0D65-1B93A06722C7}"/>
              </a:ext>
            </a:extLst>
          </p:cNvPr>
          <p:cNvSpPr/>
          <p:nvPr/>
        </p:nvSpPr>
        <p:spPr>
          <a:xfrm>
            <a:off x="7937310" y="2315575"/>
            <a:ext cx="1620000" cy="613130"/>
          </a:xfrm>
          <a:prstGeom prst="rect">
            <a:avLst/>
          </a:prstGeom>
          <a:solidFill>
            <a:srgbClr val="FFFF00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/>
              <a:t>ZTGCX0026 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Liability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計算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5BF8CF-467C-2858-2C2B-210FE86EBB4B}"/>
              </a:ext>
            </a:extLst>
          </p:cNvPr>
          <p:cNvSpPr/>
          <p:nvPr/>
        </p:nvSpPr>
        <p:spPr>
          <a:xfrm>
            <a:off x="7937310" y="3163429"/>
            <a:ext cx="1620000" cy="604386"/>
          </a:xfrm>
          <a:prstGeom prst="rect">
            <a:avLst/>
          </a:prstGeom>
          <a:solidFill>
            <a:srgbClr val="FFFF00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ZTGCX0026B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轉出計算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0AE92A-9A5D-6051-D17E-A52F145F7315}"/>
              </a:ext>
            </a:extLst>
          </p:cNvPr>
          <p:cNvSpPr/>
          <p:nvPr/>
        </p:nvSpPr>
        <p:spPr>
          <a:xfrm>
            <a:off x="7945141" y="5094736"/>
            <a:ext cx="1620000" cy="540000"/>
          </a:xfrm>
          <a:prstGeom prst="rect">
            <a:avLst/>
          </a:prstGeom>
          <a:solidFill>
            <a:srgbClr val="FFFF00"/>
          </a:solidFill>
          <a:ln w="38100">
            <a:solidFill>
              <a:srgbClr val="92D05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ZXQ08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轉出批次上傳</a:t>
            </a:r>
          </a:p>
        </p:txBody>
      </p: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B94C779B-AFE0-1E28-651C-C836252F97A0}"/>
              </a:ext>
            </a:extLst>
          </p:cNvPr>
          <p:cNvCxnSpPr>
            <a:cxnSpLocks/>
            <a:stCxn id="34" idx="3"/>
            <a:endCxn id="17" idx="1"/>
          </p:cNvCxnSpPr>
          <p:nvPr/>
        </p:nvCxnSpPr>
        <p:spPr>
          <a:xfrm flipV="1">
            <a:off x="7308321" y="2622140"/>
            <a:ext cx="628989" cy="3142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C62B6492-F047-752C-46A8-B92D6935507F}"/>
              </a:ext>
            </a:extLst>
          </p:cNvPr>
          <p:cNvCxnSpPr>
            <a:cxnSpLocks/>
            <a:stCxn id="33" idx="3"/>
            <a:endCxn id="17" idx="1"/>
          </p:cNvCxnSpPr>
          <p:nvPr/>
        </p:nvCxnSpPr>
        <p:spPr>
          <a:xfrm>
            <a:off x="7308321" y="2148225"/>
            <a:ext cx="628989" cy="4739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A0143B02-2CC5-86DB-9448-CF8A1272F15C}"/>
              </a:ext>
            </a:extLst>
          </p:cNvPr>
          <p:cNvSpPr/>
          <p:nvPr/>
        </p:nvSpPr>
        <p:spPr>
          <a:xfrm>
            <a:off x="10196132" y="4858595"/>
            <a:ext cx="162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ZTWRSD0115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預採收款匯總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2B506D-64F2-75E7-7A1B-B4A4AB1FF4DE}"/>
              </a:ext>
            </a:extLst>
          </p:cNvPr>
          <p:cNvSpPr/>
          <p:nvPr/>
        </p:nvSpPr>
        <p:spPr>
          <a:xfrm>
            <a:off x="10196132" y="5709467"/>
            <a:ext cx="162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ZTWRSD0121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庫存帳不還款報表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A66F4A2-9817-BF26-287D-2ED3D7662429}"/>
              </a:ext>
            </a:extLst>
          </p:cNvPr>
          <p:cNvSpPr/>
          <p:nvPr/>
        </p:nvSpPr>
        <p:spPr>
          <a:xfrm>
            <a:off x="10196132" y="4041712"/>
            <a:ext cx="162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ZTWRSD00100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預採收還款報表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5FD4812-75FD-AC5E-F522-6C305B4C23A2}"/>
              </a:ext>
            </a:extLst>
          </p:cNvPr>
          <p:cNvSpPr/>
          <p:nvPr/>
        </p:nvSpPr>
        <p:spPr>
          <a:xfrm>
            <a:off x="10196132" y="3190840"/>
            <a:ext cx="162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ZDN01/02/03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DNCN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申請單</a:t>
            </a:r>
          </a:p>
        </p:txBody>
      </p: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154A4A00-D610-3F82-BC81-C705C3D3DDEA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9565141" y="5364736"/>
            <a:ext cx="630991" cy="6147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DD050A64-35A4-EAF6-E2BB-01BA6262A67C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 flipV="1">
            <a:off x="9565141" y="5128595"/>
            <a:ext cx="630991" cy="2361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FE34E969-A45E-7168-CFF9-B6F02DDE50B9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 flipV="1">
            <a:off x="9565141" y="4311712"/>
            <a:ext cx="630991" cy="10530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3A0FBBCE-57D1-BD5C-E915-67516357D1BD}"/>
              </a:ext>
            </a:extLst>
          </p:cNvPr>
          <p:cNvSpPr/>
          <p:nvPr/>
        </p:nvSpPr>
        <p:spPr>
          <a:xfrm>
            <a:off x="782004" y="1878225"/>
            <a:ext cx="180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ZTWRSD0099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預採帳公式設定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A9F76D3-DCB3-9F76-4C9B-AE5C4D558CD9}"/>
              </a:ext>
            </a:extLst>
          </p:cNvPr>
          <p:cNvSpPr/>
          <p:nvPr/>
        </p:nvSpPr>
        <p:spPr>
          <a:xfrm>
            <a:off x="5508321" y="1878225"/>
            <a:ext cx="1800000" cy="540000"/>
          </a:xfrm>
          <a:prstGeom prst="rect">
            <a:avLst/>
          </a:prstGeom>
          <a:solidFill>
            <a:srgbClr val="FFFF00"/>
          </a:solidFill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ZTGCX0019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QQ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A2F3D8-C69E-ACDC-1992-A4BA0B68EAD8}"/>
              </a:ext>
            </a:extLst>
          </p:cNvPr>
          <p:cNvSpPr/>
          <p:nvPr/>
        </p:nvSpPr>
        <p:spPr>
          <a:xfrm>
            <a:off x="5508321" y="2666424"/>
            <a:ext cx="1800000" cy="540000"/>
          </a:xfrm>
          <a:prstGeom prst="rect">
            <a:avLst/>
          </a:prstGeom>
          <a:solidFill>
            <a:srgbClr val="FFFF00"/>
          </a:solidFill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ZTGCX0020</a:t>
            </a:r>
            <a:b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XJ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C200375-9A45-1DF8-687D-924F8951B8B7}"/>
              </a:ext>
            </a:extLst>
          </p:cNvPr>
          <p:cNvSpPr/>
          <p:nvPr/>
        </p:nvSpPr>
        <p:spPr>
          <a:xfrm>
            <a:off x="3126320" y="4313421"/>
            <a:ext cx="1800000" cy="540000"/>
          </a:xfrm>
          <a:prstGeom prst="rect">
            <a:avLst/>
          </a:prstGeom>
          <a:ln w="5715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ME5A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單顆長交料預採</a:t>
            </a:r>
          </a:p>
        </p:txBody>
      </p:sp>
      <p:cxnSp>
        <p:nvCxnSpPr>
          <p:cNvPr id="36" name="接點: 肘形 72">
            <a:extLst>
              <a:ext uri="{FF2B5EF4-FFF2-40B4-BE49-F238E27FC236}">
                <a16:creationId xmlns:a16="http://schemas.microsoft.com/office/drawing/2014/main" id="{9D20F724-A6C4-F038-EA9F-28315739D0F4}"/>
              </a:ext>
            </a:extLst>
          </p:cNvPr>
          <p:cNvCxnSpPr>
            <a:cxnSpLocks/>
            <a:stCxn id="7" idx="3"/>
            <a:endCxn id="34" idx="1"/>
          </p:cNvCxnSpPr>
          <p:nvPr/>
        </p:nvCxnSpPr>
        <p:spPr>
          <a:xfrm>
            <a:off x="4910657" y="2936423"/>
            <a:ext cx="59766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接點: 肘形 73">
            <a:extLst>
              <a:ext uri="{FF2B5EF4-FFF2-40B4-BE49-F238E27FC236}">
                <a16:creationId xmlns:a16="http://schemas.microsoft.com/office/drawing/2014/main" id="{A32B5BDD-2D1D-7CED-5349-3E628A674357}"/>
              </a:ext>
            </a:extLst>
          </p:cNvPr>
          <p:cNvCxnSpPr>
            <a:cxnSpLocks/>
            <a:stCxn id="12" idx="3"/>
            <a:endCxn id="51" idx="1"/>
          </p:cNvCxnSpPr>
          <p:nvPr/>
        </p:nvCxnSpPr>
        <p:spPr>
          <a:xfrm flipV="1">
            <a:off x="4910657" y="3753307"/>
            <a:ext cx="597664" cy="65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接點: 肘形 73">
            <a:extLst>
              <a:ext uri="{FF2B5EF4-FFF2-40B4-BE49-F238E27FC236}">
                <a16:creationId xmlns:a16="http://schemas.microsoft.com/office/drawing/2014/main" id="{611ACAF4-94C5-3214-6224-1D9FA8B9E8E9}"/>
              </a:ext>
            </a:extLst>
          </p:cNvPr>
          <p:cNvCxnSpPr>
            <a:cxnSpLocks/>
            <a:stCxn id="35" idx="3"/>
            <a:endCxn id="14" idx="1"/>
          </p:cNvCxnSpPr>
          <p:nvPr/>
        </p:nvCxnSpPr>
        <p:spPr>
          <a:xfrm flipV="1">
            <a:off x="4926320" y="4576538"/>
            <a:ext cx="597663" cy="68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4">
            <a:extLst>
              <a:ext uri="{FF2B5EF4-FFF2-40B4-BE49-F238E27FC236}">
                <a16:creationId xmlns:a16="http://schemas.microsoft.com/office/drawing/2014/main" id="{DCA8A8CF-B3CA-68BA-7FF5-EF0A4347C0F4}"/>
              </a:ext>
            </a:extLst>
          </p:cNvPr>
          <p:cNvCxnSpPr>
            <a:stCxn id="32" idx="3"/>
            <a:endCxn id="6" idx="1"/>
          </p:cNvCxnSpPr>
          <p:nvPr/>
        </p:nvCxnSpPr>
        <p:spPr>
          <a:xfrm>
            <a:off x="2582004" y="2148225"/>
            <a:ext cx="5286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006DE957-7FDD-CE22-0C68-3EF7A8F86098}"/>
              </a:ext>
            </a:extLst>
          </p:cNvPr>
          <p:cNvCxnSpPr>
            <a:cxnSpLocks/>
            <a:stCxn id="6" idx="3"/>
            <a:endCxn id="33" idx="1"/>
          </p:cNvCxnSpPr>
          <p:nvPr/>
        </p:nvCxnSpPr>
        <p:spPr>
          <a:xfrm>
            <a:off x="4910657" y="2148225"/>
            <a:ext cx="5976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57">
            <a:extLst>
              <a:ext uri="{FF2B5EF4-FFF2-40B4-BE49-F238E27FC236}">
                <a16:creationId xmlns:a16="http://schemas.microsoft.com/office/drawing/2014/main" id="{2F435C97-2BC6-91B4-FF70-59200562B890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8747310" y="2928705"/>
            <a:ext cx="0" cy="234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接點: 肘形 175">
            <a:extLst>
              <a:ext uri="{FF2B5EF4-FFF2-40B4-BE49-F238E27FC236}">
                <a16:creationId xmlns:a16="http://schemas.microsoft.com/office/drawing/2014/main" id="{5F3CB657-B189-6B29-A1A8-6A6FC72F3E6B}"/>
              </a:ext>
            </a:extLst>
          </p:cNvPr>
          <p:cNvCxnSpPr>
            <a:cxnSpLocks/>
            <a:stCxn id="19" idx="3"/>
            <a:endCxn id="28" idx="1"/>
          </p:cNvCxnSpPr>
          <p:nvPr/>
        </p:nvCxnSpPr>
        <p:spPr>
          <a:xfrm flipV="1">
            <a:off x="9565141" y="3460840"/>
            <a:ext cx="630991" cy="19038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C4E4894C-ECED-8AD9-0C4B-B6F77307EA79}"/>
              </a:ext>
            </a:extLst>
          </p:cNvPr>
          <p:cNvSpPr/>
          <p:nvPr/>
        </p:nvSpPr>
        <p:spPr>
          <a:xfrm>
            <a:off x="5508321" y="3483307"/>
            <a:ext cx="1800000" cy="540000"/>
          </a:xfrm>
          <a:prstGeom prst="rect">
            <a:avLst/>
          </a:prstGeom>
          <a:solidFill>
            <a:srgbClr val="FFFF00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GAP-CX201</a:t>
            </a:r>
            <a:b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MCR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</a:p>
        </p:txBody>
      </p:sp>
      <p:cxnSp>
        <p:nvCxnSpPr>
          <p:cNvPr id="130" name="接點: 肘形 129">
            <a:extLst>
              <a:ext uri="{FF2B5EF4-FFF2-40B4-BE49-F238E27FC236}">
                <a16:creationId xmlns:a16="http://schemas.microsoft.com/office/drawing/2014/main" id="{BE1AB983-09D6-DA18-75AA-240FD2A6C48C}"/>
              </a:ext>
            </a:extLst>
          </p:cNvPr>
          <p:cNvCxnSpPr>
            <a:cxnSpLocks/>
            <a:stCxn id="51" idx="3"/>
            <a:endCxn id="17" idx="1"/>
          </p:cNvCxnSpPr>
          <p:nvPr/>
        </p:nvCxnSpPr>
        <p:spPr>
          <a:xfrm flipV="1">
            <a:off x="7308321" y="2622140"/>
            <a:ext cx="628989" cy="11311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接點: 肘形 132">
            <a:extLst>
              <a:ext uri="{FF2B5EF4-FFF2-40B4-BE49-F238E27FC236}">
                <a16:creationId xmlns:a16="http://schemas.microsoft.com/office/drawing/2014/main" id="{04A364BB-9D0C-B77E-21AB-0945DCE86048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7308321" y="5363686"/>
            <a:ext cx="636820" cy="10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接點: 肘形 135">
            <a:extLst>
              <a:ext uri="{FF2B5EF4-FFF2-40B4-BE49-F238E27FC236}">
                <a16:creationId xmlns:a16="http://schemas.microsoft.com/office/drawing/2014/main" id="{F4196627-301E-5F1E-C442-FD00416E670B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7323983" y="2622140"/>
            <a:ext cx="613327" cy="19543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接點: 肘形 152">
            <a:extLst>
              <a:ext uri="{FF2B5EF4-FFF2-40B4-BE49-F238E27FC236}">
                <a16:creationId xmlns:a16="http://schemas.microsoft.com/office/drawing/2014/main" id="{CD340ED3-666B-C045-FB69-765F4B25438C}"/>
              </a:ext>
            </a:extLst>
          </p:cNvPr>
          <p:cNvCxnSpPr>
            <a:cxnSpLocks/>
            <a:stCxn id="18" idx="3"/>
            <a:endCxn id="28" idx="1"/>
          </p:cNvCxnSpPr>
          <p:nvPr/>
        </p:nvCxnSpPr>
        <p:spPr>
          <a:xfrm flipV="1">
            <a:off x="9557310" y="3460840"/>
            <a:ext cx="638822" cy="47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矩形 178">
            <a:extLst>
              <a:ext uri="{FF2B5EF4-FFF2-40B4-BE49-F238E27FC236}">
                <a16:creationId xmlns:a16="http://schemas.microsoft.com/office/drawing/2014/main" id="{4B72AC8D-0734-45D6-ADC2-53611E91D21A}"/>
              </a:ext>
            </a:extLst>
          </p:cNvPr>
          <p:cNvSpPr/>
          <p:nvPr/>
        </p:nvSpPr>
        <p:spPr>
          <a:xfrm>
            <a:off x="7945141" y="4046464"/>
            <a:ext cx="1620000" cy="592084"/>
          </a:xfrm>
          <a:prstGeom prst="rect">
            <a:avLst/>
          </a:prstGeom>
          <a:solidFill>
            <a:srgbClr val="C2DFBC"/>
          </a:solidFill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/>
              <a:t>ZTGCX0029 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庫存餘數查詢</a:t>
            </a:r>
          </a:p>
        </p:txBody>
      </p:sp>
      <p:cxnSp>
        <p:nvCxnSpPr>
          <p:cNvPr id="180" name="直線箭頭接點 57">
            <a:extLst>
              <a:ext uri="{FF2B5EF4-FFF2-40B4-BE49-F238E27FC236}">
                <a16:creationId xmlns:a16="http://schemas.microsoft.com/office/drawing/2014/main" id="{CF93E292-8737-4EC8-2E8F-5247C9299A1C}"/>
              </a:ext>
            </a:extLst>
          </p:cNvPr>
          <p:cNvCxnSpPr>
            <a:cxnSpLocks/>
            <a:stCxn id="18" idx="2"/>
            <a:endCxn id="179" idx="0"/>
          </p:cNvCxnSpPr>
          <p:nvPr/>
        </p:nvCxnSpPr>
        <p:spPr>
          <a:xfrm>
            <a:off x="8747310" y="3767815"/>
            <a:ext cx="7831" cy="278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矩形 192">
            <a:extLst>
              <a:ext uri="{FF2B5EF4-FFF2-40B4-BE49-F238E27FC236}">
                <a16:creationId xmlns:a16="http://schemas.microsoft.com/office/drawing/2014/main" id="{7CE05666-FE75-ABFA-4868-9BBC2A983934}"/>
              </a:ext>
            </a:extLst>
          </p:cNvPr>
          <p:cNvSpPr/>
          <p:nvPr/>
        </p:nvSpPr>
        <p:spPr>
          <a:xfrm>
            <a:off x="3118489" y="5917967"/>
            <a:ext cx="1800000" cy="54000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ZPRP047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整台份</a:t>
            </a:r>
            <a:r>
              <a:rPr lang="zh-TW" altLang="en-US" sz="1200"/>
              <a:t>下階布類預採</a:t>
            </a:r>
            <a:endParaRPr lang="zh-TW" altLang="en-US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932EF116-4F81-76A1-9B20-E0BE3231462B}"/>
              </a:ext>
            </a:extLst>
          </p:cNvPr>
          <p:cNvSpPr/>
          <p:nvPr/>
        </p:nvSpPr>
        <p:spPr>
          <a:xfrm>
            <a:off x="5500490" y="5909875"/>
            <a:ext cx="1800000" cy="540000"/>
          </a:xfrm>
          <a:prstGeom prst="rect">
            <a:avLst/>
          </a:prstGeom>
          <a:solidFill>
            <a:srgbClr val="FFFF00"/>
          </a:solidFill>
          <a:ln w="38100">
            <a:solidFill>
              <a:srgbClr val="92D05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ZXQ07</a:t>
            </a:r>
            <a:b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單批次上傳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95" name="接點: 肘形 194">
            <a:extLst>
              <a:ext uri="{FF2B5EF4-FFF2-40B4-BE49-F238E27FC236}">
                <a16:creationId xmlns:a16="http://schemas.microsoft.com/office/drawing/2014/main" id="{0FE6C3D8-C507-8994-8DD8-69379DB29B53}"/>
              </a:ext>
            </a:extLst>
          </p:cNvPr>
          <p:cNvCxnSpPr>
            <a:cxnSpLocks/>
            <a:stCxn id="193" idx="3"/>
            <a:endCxn id="194" idx="1"/>
          </p:cNvCxnSpPr>
          <p:nvPr/>
        </p:nvCxnSpPr>
        <p:spPr>
          <a:xfrm flipV="1">
            <a:off x="4918489" y="6179875"/>
            <a:ext cx="582001" cy="80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矩形 195">
            <a:extLst>
              <a:ext uri="{FF2B5EF4-FFF2-40B4-BE49-F238E27FC236}">
                <a16:creationId xmlns:a16="http://schemas.microsoft.com/office/drawing/2014/main" id="{74545C99-CE3C-4054-7764-1A32BCC0757F}"/>
              </a:ext>
            </a:extLst>
          </p:cNvPr>
          <p:cNvSpPr/>
          <p:nvPr/>
        </p:nvSpPr>
        <p:spPr>
          <a:xfrm>
            <a:off x="7937310" y="5910925"/>
            <a:ext cx="1620000" cy="540000"/>
          </a:xfrm>
          <a:prstGeom prst="rect">
            <a:avLst/>
          </a:prstGeom>
          <a:solidFill>
            <a:srgbClr val="FFFF00"/>
          </a:solidFill>
          <a:ln w="38100">
            <a:solidFill>
              <a:srgbClr val="92D05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ZXQ08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轉出批次上傳</a:t>
            </a:r>
          </a:p>
        </p:txBody>
      </p:sp>
      <p:cxnSp>
        <p:nvCxnSpPr>
          <p:cNvPr id="197" name="接點: 肘形 196">
            <a:extLst>
              <a:ext uri="{FF2B5EF4-FFF2-40B4-BE49-F238E27FC236}">
                <a16:creationId xmlns:a16="http://schemas.microsoft.com/office/drawing/2014/main" id="{076FAFAA-6DA0-25D5-7AB3-8DD44C8EA7C2}"/>
              </a:ext>
            </a:extLst>
          </p:cNvPr>
          <p:cNvCxnSpPr>
            <a:cxnSpLocks/>
            <a:stCxn id="194" idx="3"/>
            <a:endCxn id="196" idx="1"/>
          </p:cNvCxnSpPr>
          <p:nvPr/>
        </p:nvCxnSpPr>
        <p:spPr>
          <a:xfrm>
            <a:off x="7300490" y="6179875"/>
            <a:ext cx="636820" cy="10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接點: 肘形 197">
            <a:extLst>
              <a:ext uri="{FF2B5EF4-FFF2-40B4-BE49-F238E27FC236}">
                <a16:creationId xmlns:a16="http://schemas.microsoft.com/office/drawing/2014/main" id="{9091DC9C-78DF-49D5-00B5-16EAA48810CA}"/>
              </a:ext>
            </a:extLst>
          </p:cNvPr>
          <p:cNvCxnSpPr>
            <a:cxnSpLocks/>
            <a:stCxn id="196" idx="3"/>
            <a:endCxn id="28" idx="1"/>
          </p:cNvCxnSpPr>
          <p:nvPr/>
        </p:nvCxnSpPr>
        <p:spPr>
          <a:xfrm flipV="1">
            <a:off x="9557310" y="3460840"/>
            <a:ext cx="638822" cy="27200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E642A734-0BE6-CB05-8B61-6DA3178D6975}"/>
              </a:ext>
            </a:extLst>
          </p:cNvPr>
          <p:cNvCxnSpPr>
            <a:cxnSpLocks/>
          </p:cNvCxnSpPr>
          <p:nvPr/>
        </p:nvCxnSpPr>
        <p:spPr>
          <a:xfrm>
            <a:off x="805858" y="1677722"/>
            <a:ext cx="4128653" cy="0"/>
          </a:xfrm>
          <a:prstGeom prst="straightConnector1">
            <a:avLst/>
          </a:prstGeom>
          <a:ln w="254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285BB216-FB59-0BE9-8E1B-52669696B907}"/>
              </a:ext>
            </a:extLst>
          </p:cNvPr>
          <p:cNvCxnSpPr>
            <a:cxnSpLocks/>
          </p:cNvCxnSpPr>
          <p:nvPr/>
        </p:nvCxnSpPr>
        <p:spPr>
          <a:xfrm>
            <a:off x="10177766" y="1677722"/>
            <a:ext cx="1556713" cy="0"/>
          </a:xfrm>
          <a:prstGeom prst="straightConnector1">
            <a:avLst/>
          </a:prstGeom>
          <a:ln w="254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2034558-402D-BF00-60CC-84EF30B9B020}"/>
              </a:ext>
            </a:extLst>
          </p:cNvPr>
          <p:cNvSpPr txBox="1"/>
          <p:nvPr/>
        </p:nvSpPr>
        <p:spPr>
          <a:xfrm>
            <a:off x="2232670" y="1383528"/>
            <a:ext cx="115736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TW" altLang="en-US" sz="1800" kern="0">
                <a:ea typeface="Arial Unicode MS" pitchFamily="34" charset="-128"/>
                <a:cs typeface="Arial Unicode MS" pitchFamily="34" charset="-128"/>
              </a:rPr>
              <a:t>生管 </a:t>
            </a:r>
            <a:r>
              <a:rPr lang="zh-TW" altLang="en-US" sz="1800" kern="0">
                <a:ea typeface="Arial Unicode MS" pitchFamily="34" charset="-128"/>
                <a:cs typeface="Arial Unicode MS" pitchFamily="34" charset="-128"/>
                <a:sym typeface="Wingdings" panose="05000000000000000000" pitchFamily="2" charset="2"/>
              </a:rPr>
              <a:t></a:t>
            </a:r>
            <a:r>
              <a:rPr lang="zh-TW" altLang="en-US" sz="1800" kern="0">
                <a:ea typeface="Arial Unicode MS" pitchFamily="34" charset="-128"/>
                <a:cs typeface="Arial Unicode MS" pitchFamily="34" charset="-128"/>
                <a:sym typeface="Wingdings 2" panose="05020102010507070707" pitchFamily="82" charset="2"/>
              </a:rPr>
              <a:t> 採購</a:t>
            </a:r>
            <a:endParaRPr lang="zh-TW" altLang="en-US" sz="1800" ker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6A61DF1-3F41-E089-80D1-70EF4A294848}"/>
              </a:ext>
            </a:extLst>
          </p:cNvPr>
          <p:cNvSpPr txBox="1"/>
          <p:nvPr/>
        </p:nvSpPr>
        <p:spPr>
          <a:xfrm>
            <a:off x="10240836" y="1383528"/>
            <a:ext cx="15667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TW" altLang="en-US" sz="1800" kern="0">
                <a:ea typeface="Arial Unicode MS" pitchFamily="34" charset="-128"/>
                <a:cs typeface="Arial Unicode MS" pitchFamily="34" charset="-128"/>
              </a:rPr>
              <a:t>業務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BF649C-E8C4-5DCB-9F6E-6A35D10E3D10}"/>
              </a:ext>
            </a:extLst>
          </p:cNvPr>
          <p:cNvSpPr/>
          <p:nvPr/>
        </p:nvSpPr>
        <p:spPr>
          <a:xfrm>
            <a:off x="10187598" y="2414859"/>
            <a:ext cx="1620000" cy="540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ZXQ01/02/03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申請單</a:t>
            </a:r>
          </a:p>
        </p:txBody>
      </p: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A3C672E4-3D88-E6D4-6716-CAD7FEF38B56}"/>
              </a:ext>
            </a:extLst>
          </p:cNvPr>
          <p:cNvCxnSpPr>
            <a:cxnSpLocks/>
            <a:stCxn id="19" idx="3"/>
            <a:endCxn id="26" idx="1"/>
          </p:cNvCxnSpPr>
          <p:nvPr/>
        </p:nvCxnSpPr>
        <p:spPr>
          <a:xfrm flipV="1">
            <a:off x="9565141" y="2684859"/>
            <a:ext cx="622457" cy="26798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4E200359-7143-6B7E-ECB3-82431116CAE0}"/>
              </a:ext>
            </a:extLst>
          </p:cNvPr>
          <p:cNvSpPr txBox="1"/>
          <p:nvPr/>
        </p:nvSpPr>
        <p:spPr>
          <a:xfrm>
            <a:off x="4908461" y="1383528"/>
            <a:ext cx="502773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TW" altLang="en-US" sz="1800" kern="0">
                <a:ea typeface="Arial Unicode MS" pitchFamily="34" charset="-128"/>
                <a:cs typeface="Arial Unicode MS" pitchFamily="34" charset="-128"/>
              </a:rPr>
              <a:t>主要為背景作業</a:t>
            </a:r>
            <a:r>
              <a:rPr lang="en-US" altLang="zh-TW" sz="1800" kern="0"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zh-TW" altLang="en-US" sz="1800" kern="0">
                <a:solidFill>
                  <a:srgbClr val="C00000"/>
                </a:solidFill>
                <a:ea typeface="Arial Unicode MS" pitchFamily="34" charset="-128"/>
                <a:cs typeface="Arial Unicode MS" pitchFamily="34" charset="-128"/>
              </a:rPr>
              <a:t>但生管負責核對與例外處理</a:t>
            </a:r>
            <a:endParaRPr lang="zh-TW" altLang="en-US" sz="1800" kern="0"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7AE2579E-CBEF-C26B-7837-87C987447509}"/>
              </a:ext>
            </a:extLst>
          </p:cNvPr>
          <p:cNvCxnSpPr>
            <a:cxnSpLocks/>
          </p:cNvCxnSpPr>
          <p:nvPr/>
        </p:nvCxnSpPr>
        <p:spPr>
          <a:xfrm>
            <a:off x="5530106" y="1660527"/>
            <a:ext cx="4145170" cy="0"/>
          </a:xfrm>
          <a:prstGeom prst="straightConnector1">
            <a:avLst/>
          </a:prstGeom>
          <a:ln w="254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矩形 141">
            <a:extLst>
              <a:ext uri="{FF2B5EF4-FFF2-40B4-BE49-F238E27FC236}">
                <a16:creationId xmlns:a16="http://schemas.microsoft.com/office/drawing/2014/main" id="{4285A419-D12E-9FD9-F53D-D7D0243C8DC3}"/>
              </a:ext>
            </a:extLst>
          </p:cNvPr>
          <p:cNvSpPr/>
          <p:nvPr/>
        </p:nvSpPr>
        <p:spPr>
          <a:xfrm>
            <a:off x="10314724" y="103219"/>
            <a:ext cx="1747439" cy="234342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安排背景半自動作業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15365765-99D0-ABCE-11AA-4A34DC2EED78}"/>
              </a:ext>
            </a:extLst>
          </p:cNvPr>
          <p:cNvSpPr/>
          <p:nvPr/>
        </p:nvSpPr>
        <p:spPr>
          <a:xfrm>
            <a:off x="10314724" y="451970"/>
            <a:ext cx="1747439" cy="2137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維持人工作業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8B38780-5BAA-AFAC-6DB5-29F87FE070F0}"/>
              </a:ext>
            </a:extLst>
          </p:cNvPr>
          <p:cNvSpPr/>
          <p:nvPr/>
        </p:nvSpPr>
        <p:spPr>
          <a:xfrm>
            <a:off x="134556" y="5093685"/>
            <a:ext cx="2799988" cy="1356189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* 背景處理程式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ZTGCX0001_SYNC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回寫訂單號碼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ZTGCX0001_UPD_Price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更新業務價格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ZTGCX0003_PROD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Where Use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找型號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ZTGCX0003_UPD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更新型號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F40EF3D-A208-8EEA-BCA0-DAB28D6BD927}"/>
              </a:ext>
            </a:extLst>
          </p:cNvPr>
          <p:cNvSpPr/>
          <p:nvPr/>
        </p:nvSpPr>
        <p:spPr bwMode="gray">
          <a:xfrm>
            <a:off x="10314723" y="780114"/>
            <a:ext cx="1747439" cy="296473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FF0000"/>
            </a:solidFill>
            <a:prstDash val="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預計未來逐步自動化</a:t>
            </a:r>
          </a:p>
        </p:txBody>
      </p:sp>
      <p:cxnSp>
        <p:nvCxnSpPr>
          <p:cNvPr id="48" name="接點: 弧形 47">
            <a:extLst>
              <a:ext uri="{FF2B5EF4-FFF2-40B4-BE49-F238E27FC236}">
                <a16:creationId xmlns:a16="http://schemas.microsoft.com/office/drawing/2014/main" id="{9F9E2D77-7B3A-2992-54A5-B9A33E2C768B}"/>
              </a:ext>
            </a:extLst>
          </p:cNvPr>
          <p:cNvCxnSpPr>
            <a:cxnSpLocks/>
            <a:stCxn id="17" idx="3"/>
            <a:endCxn id="6" idx="0"/>
          </p:cNvCxnSpPr>
          <p:nvPr/>
        </p:nvCxnSpPr>
        <p:spPr>
          <a:xfrm flipH="1" flipV="1">
            <a:off x="4010657" y="1878225"/>
            <a:ext cx="5546653" cy="743915"/>
          </a:xfrm>
          <a:prstGeom prst="curvedConnector4">
            <a:avLst>
              <a:gd name="adj1" fmla="val -3902"/>
              <a:gd name="adj2" fmla="val 234038"/>
            </a:avLst>
          </a:prstGeom>
          <a:ln w="25400"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97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818713-7678-057A-F523-8FAEB116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354533"/>
            <a:ext cx="11186476" cy="369332"/>
          </a:xfrm>
        </p:spPr>
        <p:txBody>
          <a:bodyPr/>
          <a:lstStyle/>
          <a:p>
            <a:r>
              <a:rPr lang="en-US" altLang="zh-TW"/>
              <a:t>Liability ONE</a:t>
            </a:r>
            <a:r>
              <a:rPr lang="zh-TW" altLang="en-US"/>
              <a:t>上線計畫 </a:t>
            </a:r>
            <a:r>
              <a:rPr lang="en-US" altLang="zh-TW">
                <a:solidFill>
                  <a:srgbClr val="C00000"/>
                </a:solidFill>
              </a:rPr>
              <a:t>(</a:t>
            </a:r>
            <a:r>
              <a:rPr lang="zh-TW" altLang="en-US">
                <a:solidFill>
                  <a:srgbClr val="C00000"/>
                </a:solidFill>
              </a:rPr>
              <a:t>決議：採新舊流程影響較小的邏輯變更規格後上線</a:t>
            </a:r>
            <a:r>
              <a:rPr lang="en-US" altLang="zh-TW">
                <a:solidFill>
                  <a:srgbClr val="C00000"/>
                </a:solidFill>
              </a:rPr>
              <a:t>)</a:t>
            </a:r>
            <a:endParaRPr lang="zh-TW" altLang="en-US">
              <a:solidFill>
                <a:srgbClr val="C00000"/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167E849-DF44-B10B-75E0-F0BF74256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521505"/>
              </p:ext>
            </p:extLst>
          </p:nvPr>
        </p:nvGraphicFramePr>
        <p:xfrm>
          <a:off x="1149935" y="1479833"/>
          <a:ext cx="10162497" cy="517533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42697">
                  <a:extLst>
                    <a:ext uri="{9D8B030D-6E8A-4147-A177-3AD203B41FA5}">
                      <a16:colId xmlns:a16="http://schemas.microsoft.com/office/drawing/2014/main" val="1302097433"/>
                    </a:ext>
                  </a:extLst>
                </a:gridCol>
                <a:gridCol w="1027475">
                  <a:extLst>
                    <a:ext uri="{9D8B030D-6E8A-4147-A177-3AD203B41FA5}">
                      <a16:colId xmlns:a16="http://schemas.microsoft.com/office/drawing/2014/main" val="781571207"/>
                    </a:ext>
                  </a:extLst>
                </a:gridCol>
                <a:gridCol w="1027475">
                  <a:extLst>
                    <a:ext uri="{9D8B030D-6E8A-4147-A177-3AD203B41FA5}">
                      <a16:colId xmlns:a16="http://schemas.microsoft.com/office/drawing/2014/main" val="2242792988"/>
                    </a:ext>
                  </a:extLst>
                </a:gridCol>
                <a:gridCol w="1027475">
                  <a:extLst>
                    <a:ext uri="{9D8B030D-6E8A-4147-A177-3AD203B41FA5}">
                      <a16:colId xmlns:a16="http://schemas.microsoft.com/office/drawing/2014/main" val="1930532286"/>
                    </a:ext>
                  </a:extLst>
                </a:gridCol>
                <a:gridCol w="1027475">
                  <a:extLst>
                    <a:ext uri="{9D8B030D-6E8A-4147-A177-3AD203B41FA5}">
                      <a16:colId xmlns:a16="http://schemas.microsoft.com/office/drawing/2014/main" val="362763199"/>
                    </a:ext>
                  </a:extLst>
                </a:gridCol>
                <a:gridCol w="1027475">
                  <a:extLst>
                    <a:ext uri="{9D8B030D-6E8A-4147-A177-3AD203B41FA5}">
                      <a16:colId xmlns:a16="http://schemas.microsoft.com/office/drawing/2014/main" val="726519743"/>
                    </a:ext>
                  </a:extLst>
                </a:gridCol>
                <a:gridCol w="1027475">
                  <a:extLst>
                    <a:ext uri="{9D8B030D-6E8A-4147-A177-3AD203B41FA5}">
                      <a16:colId xmlns:a16="http://schemas.microsoft.com/office/drawing/2014/main" val="263390910"/>
                    </a:ext>
                  </a:extLst>
                </a:gridCol>
                <a:gridCol w="1027475">
                  <a:extLst>
                    <a:ext uri="{9D8B030D-6E8A-4147-A177-3AD203B41FA5}">
                      <a16:colId xmlns:a16="http://schemas.microsoft.com/office/drawing/2014/main" val="1687664690"/>
                    </a:ext>
                  </a:extLst>
                </a:gridCol>
                <a:gridCol w="1027475">
                  <a:extLst>
                    <a:ext uri="{9D8B030D-6E8A-4147-A177-3AD203B41FA5}">
                      <a16:colId xmlns:a16="http://schemas.microsoft.com/office/drawing/2014/main" val="4046713488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r>
                        <a:rPr lang="zh-TW" altLang="en-US" sz="1400"/>
                        <a:t>客製項目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/>
                        <a:t>4/20</a:t>
                      </a:r>
                      <a:br>
                        <a:rPr lang="en-US" altLang="zh-TW" sz="1400"/>
                      </a:br>
                      <a:r>
                        <a:rPr lang="en-US" altLang="zh-TW" sz="1400"/>
                        <a:t>W4</a:t>
                      </a:r>
                      <a:endParaRPr lang="zh-TW" altLang="en-US" sz="140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/>
                        <a:t>4/27</a:t>
                      </a:r>
                      <a:br>
                        <a:rPr lang="en-US" altLang="zh-TW" sz="1400"/>
                      </a:br>
                      <a:r>
                        <a:rPr lang="en-US" altLang="zh-TW" sz="1400"/>
                        <a:t>W5</a:t>
                      </a:r>
                      <a:endParaRPr lang="zh-TW" altLang="en-US" sz="140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/>
                        <a:t>5/04</a:t>
                      </a:r>
                      <a:br>
                        <a:rPr lang="en-US" altLang="zh-TW" sz="1400"/>
                      </a:br>
                      <a:r>
                        <a:rPr lang="en-US" altLang="zh-TW" sz="1400"/>
                        <a:t>W1</a:t>
                      </a:r>
                      <a:endParaRPr lang="zh-TW" altLang="en-US" sz="140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/>
                        <a:t>5/11</a:t>
                      </a:r>
                      <a:br>
                        <a:rPr lang="en-US" altLang="zh-TW" sz="1400"/>
                      </a:br>
                      <a:r>
                        <a:rPr lang="en-US" altLang="zh-TW" sz="1400"/>
                        <a:t>W2</a:t>
                      </a:r>
                      <a:endParaRPr lang="zh-TW" altLang="en-US" sz="140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/>
                        <a:t>5/18</a:t>
                      </a:r>
                      <a:br>
                        <a:rPr lang="en-US" altLang="zh-TW" sz="1400"/>
                      </a:br>
                      <a:r>
                        <a:rPr lang="en-US" altLang="zh-TW" sz="1400"/>
                        <a:t>W3</a:t>
                      </a:r>
                      <a:endParaRPr lang="zh-TW" altLang="en-US" sz="140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/>
                        <a:t>5/25</a:t>
                      </a:r>
                      <a:br>
                        <a:rPr lang="en-US" altLang="zh-TW" sz="1400"/>
                      </a:br>
                      <a:r>
                        <a:rPr lang="en-US" altLang="zh-TW" sz="1400"/>
                        <a:t>W4</a:t>
                      </a:r>
                      <a:endParaRPr lang="zh-TW" altLang="en-US" sz="140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/>
                        <a:t>6/01</a:t>
                      </a:r>
                    </a:p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/>
                        <a:t>W1</a:t>
                      </a:r>
                      <a:endParaRPr lang="zh-TW" altLang="en-US" sz="140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/>
                        <a:t>6/08</a:t>
                      </a:r>
                    </a:p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/>
                        <a:t>W1</a:t>
                      </a:r>
                      <a:endParaRPr lang="zh-TW" altLang="en-US" sz="140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65537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ZTGCX0026</a:t>
                      </a:r>
                      <a:r>
                        <a:rPr lang="zh-TW" altLang="en-US" sz="12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br>
                        <a:rPr lang="en-US" altLang="zh-TW" sz="12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altLang="zh-TW" sz="12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Liability</a:t>
                      </a:r>
                      <a:r>
                        <a:rPr lang="zh-TW" altLang="en-US" sz="12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計算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873671"/>
                  </a:ext>
                </a:extLst>
              </a:tr>
              <a:tr h="503253">
                <a:tc>
                  <a:txBody>
                    <a:bodyPr/>
                    <a:lstStyle/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ZTGCX0026B</a:t>
                      </a:r>
                      <a:br>
                        <a:rPr lang="en-US" altLang="zh-TW" sz="12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</a:br>
                      <a:r>
                        <a:rPr lang="en-US" altLang="zh-TW" sz="1200">
                          <a:latin typeface="+mn-lt"/>
                        </a:rPr>
                        <a:t>XQ</a:t>
                      </a:r>
                      <a:r>
                        <a:rPr lang="zh-TW" altLang="en-US" sz="1200">
                          <a:latin typeface="+mn-lt"/>
                        </a:rPr>
                        <a:t>單轉出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55142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  <a:t>ZTGCX0001</a:t>
                      </a: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b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</a:br>
                      <a: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  <a:t>MOQ</a:t>
                      </a: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報庫存優化</a:t>
                      </a:r>
                      <a:endParaRPr lang="en-US" altLang="zh-TW" sz="120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83508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  <a:t>ZTGCX0003</a:t>
                      </a: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b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</a:b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訂單取消</a:t>
                      </a:r>
                      <a: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  <a:t>XJ</a:t>
                      </a: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單報庫存優化</a:t>
                      </a:r>
                      <a:endParaRPr lang="en-US" altLang="zh-TW" sz="120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878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  <a:t>ZTGCX0019</a:t>
                      </a:r>
                      <a:b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</a:br>
                      <a: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  <a:t>MOQ</a:t>
                      </a: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轉</a:t>
                      </a:r>
                      <a: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  <a:t>XQ</a:t>
                      </a: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單 優化</a:t>
                      </a:r>
                      <a:endParaRPr lang="en-US" altLang="zh-TW" sz="120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6730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  <a:t>ZTGCX0020</a:t>
                      </a:r>
                      <a:b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</a:b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訂單取消</a:t>
                      </a:r>
                      <a: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  <a:t>XJ</a:t>
                      </a: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轉</a:t>
                      </a:r>
                      <a: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  <a:t>XQ</a:t>
                      </a: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單 優化</a:t>
                      </a:r>
                      <a:endParaRPr lang="en-US" altLang="zh-TW" sz="120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88951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提供</a:t>
                      </a:r>
                      <a: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  <a:t>E&amp;O Report</a:t>
                      </a:r>
                    </a:p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開立</a:t>
                      </a:r>
                      <a:r>
                        <a:rPr lang="en-US" altLang="zh-TW" sz="1200">
                          <a:latin typeface="+mn-lt"/>
                          <a:ea typeface="Microsoft JhengHei" panose="020B0604030504040204" pitchFamily="34" charset="-120"/>
                        </a:rPr>
                        <a:t>DN/CN</a:t>
                      </a:r>
                      <a:r>
                        <a:rPr lang="zh-TW" altLang="en-US" sz="1200">
                          <a:latin typeface="+mn-lt"/>
                          <a:ea typeface="Microsoft JhengHei" panose="020B0604030504040204" pitchFamily="34" charset="-120"/>
                        </a:rPr>
                        <a:t>收還款</a:t>
                      </a:r>
                      <a:endParaRPr lang="en-US" altLang="zh-TW" sz="120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56635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CX201</a:t>
                      </a:r>
                      <a:r>
                        <a:rPr lang="zh-TW" altLang="en-US" sz="120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120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MCR</a:t>
                      </a:r>
                      <a:r>
                        <a:rPr lang="zh-TW" altLang="en-US" sz="120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轉</a:t>
                      </a:r>
                      <a:r>
                        <a:rPr lang="en-US" altLang="zh-TW" sz="120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XQ</a:t>
                      </a:r>
                      <a:br>
                        <a:rPr lang="en-US" altLang="zh-TW" sz="120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</a:br>
                      <a:r>
                        <a:rPr lang="en-US" altLang="zh-TW" sz="120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CX202</a:t>
                      </a:r>
                      <a:r>
                        <a:rPr lang="zh-TW" altLang="en-US" sz="120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單顆長交轉</a:t>
                      </a:r>
                      <a:r>
                        <a:rPr lang="en-US" altLang="zh-TW" sz="120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XQ</a:t>
                      </a:r>
                    </a:p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sz="120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開發中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936073"/>
                  </a:ext>
                </a:extLst>
              </a:tr>
            </a:tbl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380B386B-2FF7-D768-3FDA-E2ACA9D87C09}"/>
              </a:ext>
            </a:extLst>
          </p:cNvPr>
          <p:cNvSpPr/>
          <p:nvPr/>
        </p:nvSpPr>
        <p:spPr bwMode="gray">
          <a:xfrm>
            <a:off x="3127014" y="2200967"/>
            <a:ext cx="950050" cy="3082909"/>
          </a:xfrm>
          <a:prstGeom prst="rect">
            <a:avLst/>
          </a:prstGeom>
          <a:solidFill>
            <a:srgbClr val="FFC0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altLang="zh-TW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SA</a:t>
            </a:r>
            <a:br>
              <a:rPr kumimoji="0" lang="en-US" altLang="zh-TW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</a:br>
            <a:r>
              <a:rPr kumimoji="0" lang="en-US" altLang="zh-TW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+Coding</a:t>
            </a:r>
            <a:br>
              <a:rPr kumimoji="0" lang="en-US" altLang="zh-TW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</a:br>
            <a:r>
              <a:rPr kumimoji="0" lang="en-US" altLang="zh-TW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+TEST</a:t>
            </a:r>
            <a:endParaRPr kumimoji="0" lang="zh-TW" altLang="en-US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E82C96-AB4C-3960-2D1F-9AE188C83114}"/>
              </a:ext>
            </a:extLst>
          </p:cNvPr>
          <p:cNvSpPr/>
          <p:nvPr/>
        </p:nvSpPr>
        <p:spPr bwMode="gray">
          <a:xfrm>
            <a:off x="6191975" y="2179157"/>
            <a:ext cx="977266" cy="338158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altLang="zh-TW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Liability</a:t>
            </a:r>
            <a:r>
              <a:rPr kumimoji="0" lang="zh-TW" alt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計算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781EEC2-766B-AD30-73C5-02109B61B2CF}"/>
              </a:ext>
            </a:extLst>
          </p:cNvPr>
          <p:cNvSpPr/>
          <p:nvPr/>
        </p:nvSpPr>
        <p:spPr bwMode="gray">
          <a:xfrm>
            <a:off x="4179607" y="2200967"/>
            <a:ext cx="907594" cy="3082909"/>
          </a:xfrm>
          <a:prstGeom prst="rect">
            <a:avLst/>
          </a:prstGeom>
          <a:solidFill>
            <a:srgbClr val="FFC0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altLang="zh-TW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SI</a:t>
            </a:r>
            <a:r>
              <a:rPr lang="en-US" altLang="zh-TW" sz="1400" kern="0">
                <a:ea typeface="Arial Unicode MS" pitchFamily="34" charset="-128"/>
                <a:cs typeface="Arial Unicode MS" pitchFamily="34" charset="-128"/>
              </a:rPr>
              <a:t>T</a:t>
            </a:r>
            <a:br>
              <a:rPr lang="en-US" altLang="zh-TW" sz="1400" kern="0">
                <a:ea typeface="Arial Unicode MS" pitchFamily="34" charset="-128"/>
                <a:cs typeface="Arial Unicode MS" pitchFamily="34" charset="-128"/>
              </a:rPr>
            </a:br>
            <a:r>
              <a:rPr lang="en-US" altLang="zh-TW" sz="1400" kern="0">
                <a:ea typeface="Arial Unicode MS" pitchFamily="34" charset="-128"/>
                <a:cs typeface="Arial Unicode MS" pitchFamily="34" charset="-128"/>
              </a:rPr>
              <a:t>+UAT</a:t>
            </a:r>
            <a:br>
              <a:rPr kumimoji="0" lang="en-US" altLang="zh-TW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</a:br>
            <a:r>
              <a:rPr kumimoji="0" lang="en-US" altLang="zh-TW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+Bug Fix</a:t>
            </a:r>
            <a:br>
              <a:rPr kumimoji="0" lang="en-US" altLang="zh-TW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</a:br>
            <a:br>
              <a:rPr kumimoji="0" lang="en-US" altLang="zh-TW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</a:br>
            <a:endParaRPr kumimoji="0" lang="zh-TW" altLang="en-US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24" name="圖形 23" descr="鯉魚旗 以實心填滿">
            <a:extLst>
              <a:ext uri="{FF2B5EF4-FFF2-40B4-BE49-F238E27FC236}">
                <a16:creationId xmlns:a16="http://schemas.microsoft.com/office/drawing/2014/main" id="{BD662D6A-C323-8406-3335-F4F78419D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8356" y="729785"/>
            <a:ext cx="726910" cy="726910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A4BA8ED6-24C2-56C7-609D-95840E375771}"/>
              </a:ext>
            </a:extLst>
          </p:cNvPr>
          <p:cNvSpPr txBox="1"/>
          <p:nvPr/>
        </p:nvSpPr>
        <p:spPr>
          <a:xfrm>
            <a:off x="5222924" y="1200104"/>
            <a:ext cx="187230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zh-TW" sz="1800" kern="0">
                <a:ea typeface="Arial Unicode MS" pitchFamily="34" charset="-128"/>
                <a:cs typeface="Arial Unicode MS" pitchFamily="34" charset="-128"/>
              </a:rPr>
              <a:t>5/1 </a:t>
            </a:r>
            <a:r>
              <a:rPr lang="zh-TW" altLang="en-US" sz="1800" kern="0">
                <a:ea typeface="Arial Unicode MS" pitchFamily="34" charset="-128"/>
                <a:cs typeface="Arial Unicode MS" pitchFamily="34" charset="-128"/>
              </a:rPr>
              <a:t>半自動</a:t>
            </a:r>
            <a:r>
              <a:rPr lang="en-US" altLang="zh-TW" sz="1800" kern="0">
                <a:ea typeface="Arial Unicode MS" pitchFamily="34" charset="-128"/>
                <a:cs typeface="Arial Unicode MS" pitchFamily="34" charset="-128"/>
              </a:rPr>
              <a:t>Go Live</a:t>
            </a:r>
            <a:endParaRPr lang="zh-TW" altLang="en-US" sz="1800" ker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63B72D-08F5-124F-6D61-D573E19AC7F9}"/>
              </a:ext>
            </a:extLst>
          </p:cNvPr>
          <p:cNvSpPr/>
          <p:nvPr/>
        </p:nvSpPr>
        <p:spPr bwMode="gray">
          <a:xfrm>
            <a:off x="6444343" y="2751731"/>
            <a:ext cx="724898" cy="274237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XQ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轉出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2C410E-FC43-1E84-0AC9-5EF775EF7647}"/>
              </a:ext>
            </a:extLst>
          </p:cNvPr>
          <p:cNvSpPr/>
          <p:nvPr/>
        </p:nvSpPr>
        <p:spPr bwMode="gray">
          <a:xfrm>
            <a:off x="5171144" y="4458971"/>
            <a:ext cx="978981" cy="277388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MOQ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轉</a:t>
            </a: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XQ</a:t>
            </a:r>
            <a:endParaRPr kumimoji="0" lang="zh-TW" alt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25685F-E010-C8CD-1600-A1E80F6DFA0B}"/>
              </a:ext>
            </a:extLst>
          </p:cNvPr>
          <p:cNvSpPr/>
          <p:nvPr/>
        </p:nvSpPr>
        <p:spPr bwMode="gray">
          <a:xfrm>
            <a:off x="5171145" y="5006488"/>
            <a:ext cx="961278" cy="277388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altLang="zh-TW" sz="1200" kern="0">
                <a:ea typeface="Arial Unicode MS" pitchFamily="34" charset="-128"/>
                <a:cs typeface="Arial Unicode MS" pitchFamily="34" charset="-128"/>
              </a:rPr>
              <a:t>XJ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轉</a:t>
            </a: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XQ</a:t>
            </a:r>
            <a:endParaRPr kumimoji="0" lang="zh-TW" alt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" name="箭號: 向下 6">
            <a:extLst>
              <a:ext uri="{FF2B5EF4-FFF2-40B4-BE49-F238E27FC236}">
                <a16:creationId xmlns:a16="http://schemas.microsoft.com/office/drawing/2014/main" id="{DDC48196-F03C-2288-DCAF-C87F51B460E1}"/>
              </a:ext>
            </a:extLst>
          </p:cNvPr>
          <p:cNvSpPr/>
          <p:nvPr/>
        </p:nvSpPr>
        <p:spPr bwMode="gray">
          <a:xfrm>
            <a:off x="5738126" y="950825"/>
            <a:ext cx="310393" cy="237106"/>
          </a:xfrm>
          <a:prstGeom prst="downArrow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zh-TW" altLang="en-US" sz="18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7341BE-2337-2BDE-755D-93BF2D2952DF}"/>
              </a:ext>
            </a:extLst>
          </p:cNvPr>
          <p:cNvSpPr/>
          <p:nvPr/>
        </p:nvSpPr>
        <p:spPr bwMode="gray">
          <a:xfrm>
            <a:off x="6662057" y="5541430"/>
            <a:ext cx="510008" cy="389047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客戶對帳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BC0673-74B0-4A46-847C-0AFC60DE43B1}"/>
              </a:ext>
            </a:extLst>
          </p:cNvPr>
          <p:cNvSpPr/>
          <p:nvPr/>
        </p:nvSpPr>
        <p:spPr bwMode="gray">
          <a:xfrm>
            <a:off x="4535721" y="4458972"/>
            <a:ext cx="537821" cy="848042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zh-TW" altLang="en-US" sz="1200" kern="0">
                <a:ea typeface="Arial Unicode MS" pitchFamily="34" charset="-128"/>
                <a:cs typeface="Arial Unicode MS" pitchFamily="34" charset="-128"/>
              </a:rPr>
              <a:t>期初</a:t>
            </a:r>
            <a:endParaRPr lang="en-US" altLang="zh-TW" sz="1200" kern="0">
              <a:ea typeface="Arial Unicode MS" pitchFamily="34" charset="-128"/>
              <a:cs typeface="Arial Unicode MS" pitchFamily="34" charset="-128"/>
            </a:endParaRPr>
          </a:p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zh-TW" altLang="en-US" sz="1200" kern="0">
                <a:ea typeface="Arial Unicode MS" pitchFamily="34" charset="-128"/>
                <a:cs typeface="Arial Unicode MS" pitchFamily="34" charset="-128"/>
              </a:rPr>
              <a:t>核對</a:t>
            </a:r>
            <a:endParaRPr kumimoji="0" lang="zh-TW" alt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A8AD99D-BADE-D9E0-0D8A-355EDD7A9262}"/>
              </a:ext>
            </a:extLst>
          </p:cNvPr>
          <p:cNvSpPr txBox="1"/>
          <p:nvPr/>
        </p:nvSpPr>
        <p:spPr>
          <a:xfrm>
            <a:off x="5747342" y="685324"/>
            <a:ext cx="56906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zh-TW" sz="1600" kern="0">
                <a:ea typeface="Arial Unicode MS" pitchFamily="34" charset="-128"/>
                <a:cs typeface="Arial Unicode MS" pitchFamily="34" charset="-128"/>
              </a:rPr>
              <a:t>Today</a:t>
            </a:r>
            <a:endParaRPr lang="zh-TW" altLang="en-US" sz="1600" ker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76A03E-93EC-EA82-CBB5-A372EFA14085}"/>
              </a:ext>
            </a:extLst>
          </p:cNvPr>
          <p:cNvSpPr/>
          <p:nvPr/>
        </p:nvSpPr>
        <p:spPr bwMode="gray">
          <a:xfrm>
            <a:off x="5765266" y="6036855"/>
            <a:ext cx="2403373" cy="56605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altLang="zh-TW" sz="11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SA+Coding</a:t>
            </a:r>
            <a:br>
              <a:rPr kumimoji="0" lang="en-US" altLang="zh-TW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</a:br>
            <a:r>
              <a:rPr kumimoji="0" lang="en-US" altLang="zh-TW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+TEST+SIT</a:t>
            </a:r>
            <a:endParaRPr kumimoji="0" lang="zh-TW" altLang="en-US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C4A4ED9-2E9F-62EB-F9AB-B23C463A6117}"/>
              </a:ext>
            </a:extLst>
          </p:cNvPr>
          <p:cNvSpPr txBox="1"/>
          <p:nvPr/>
        </p:nvSpPr>
        <p:spPr>
          <a:xfrm>
            <a:off x="6471600" y="832061"/>
            <a:ext cx="1725053" cy="3590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lnSpc>
                <a:spcPts val="14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zh-TW" altLang="en-US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找</a:t>
            </a:r>
            <a:r>
              <a:rPr lang="en-US" altLang="zh-TW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USER</a:t>
            </a:r>
            <a:r>
              <a:rPr lang="zh-TW" altLang="en-US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進行邏輯說明</a:t>
            </a:r>
            <a:r>
              <a:rPr lang="en-US" altLang="zh-TW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+R&amp;R</a:t>
            </a:r>
            <a:r>
              <a:rPr lang="zh-TW" altLang="en-US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確認</a:t>
            </a:r>
            <a:endParaRPr lang="en-US" altLang="zh-TW" sz="1200" kern="0">
              <a:solidFill>
                <a:srgbClr val="FF0000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3" name="圖形 12" descr="鯉魚旗 以實心填滿">
            <a:extLst>
              <a:ext uri="{FF2B5EF4-FFF2-40B4-BE49-F238E27FC236}">
                <a16:creationId xmlns:a16="http://schemas.microsoft.com/office/drawing/2014/main" id="{58A1129A-52CD-48D4-A6A6-C64BEF3C6C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3483" y="702144"/>
            <a:ext cx="726910" cy="72691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BDFC8E6A-6057-ACEA-5ADF-E0D73C75AA8C}"/>
              </a:ext>
            </a:extLst>
          </p:cNvPr>
          <p:cNvSpPr txBox="1"/>
          <p:nvPr/>
        </p:nvSpPr>
        <p:spPr>
          <a:xfrm>
            <a:off x="9380937" y="1179696"/>
            <a:ext cx="187230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zh-TW" sz="1800" kern="0">
                <a:ea typeface="Arial Unicode MS" pitchFamily="34" charset="-128"/>
                <a:cs typeface="Arial Unicode MS" pitchFamily="34" charset="-128"/>
              </a:rPr>
              <a:t>6/1 </a:t>
            </a:r>
            <a:r>
              <a:rPr lang="zh-TW" altLang="en-US" sz="1800" kern="0">
                <a:ea typeface="Arial Unicode MS" pitchFamily="34" charset="-128"/>
                <a:cs typeface="Arial Unicode MS" pitchFamily="34" charset="-128"/>
              </a:rPr>
              <a:t>全自動</a:t>
            </a:r>
            <a:r>
              <a:rPr lang="en-US" altLang="zh-TW" sz="1800" kern="0">
                <a:ea typeface="Arial Unicode MS" pitchFamily="34" charset="-128"/>
                <a:cs typeface="Arial Unicode MS" pitchFamily="34" charset="-128"/>
              </a:rPr>
              <a:t>Go Live</a:t>
            </a:r>
            <a:endParaRPr lang="zh-TW" altLang="en-US" sz="1800" ker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84AE31-2A15-C25A-A666-C890E089F290}"/>
              </a:ext>
            </a:extLst>
          </p:cNvPr>
          <p:cNvSpPr/>
          <p:nvPr/>
        </p:nvSpPr>
        <p:spPr bwMode="gray">
          <a:xfrm>
            <a:off x="6205228" y="4458971"/>
            <a:ext cx="5081079" cy="274237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MOQ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轉</a:t>
            </a: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XQ </a:t>
            </a: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=&gt;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排</a:t>
            </a:r>
            <a:r>
              <a:rPr lang="en-US" altLang="zh-TW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Daily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Job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自動處理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8FC4AC-6E0B-1CF5-EF9A-66024E632B2A}"/>
              </a:ext>
            </a:extLst>
          </p:cNvPr>
          <p:cNvSpPr/>
          <p:nvPr/>
        </p:nvSpPr>
        <p:spPr bwMode="gray">
          <a:xfrm>
            <a:off x="6216367" y="5006488"/>
            <a:ext cx="5069940" cy="300526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zh-TW" sz="1200" kern="0">
                <a:ea typeface="Arial Unicode MS" pitchFamily="34" charset="-128"/>
                <a:cs typeface="Arial Unicode MS" pitchFamily="34" charset="-128"/>
              </a:rPr>
              <a:t>XJ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轉</a:t>
            </a: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XQ</a:t>
            </a:r>
            <a:r>
              <a:rPr lang="en-US" altLang="zh-TW" sz="1200" kern="0"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TW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=&gt;</a:t>
            </a:r>
            <a:r>
              <a:rPr lang="zh-TW" altLang="en-US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排</a:t>
            </a:r>
            <a:r>
              <a:rPr lang="en-US" altLang="zh-TW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Daily Job</a:t>
            </a:r>
            <a:r>
              <a:rPr lang="zh-TW" altLang="en-US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自動處理</a:t>
            </a:r>
            <a:endParaRPr kumimoji="0" lang="zh-TW" altLang="en-US" sz="12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6038523-9E8D-5F57-C150-E509E37BF290}"/>
              </a:ext>
            </a:extLst>
          </p:cNvPr>
          <p:cNvSpPr/>
          <p:nvPr/>
        </p:nvSpPr>
        <p:spPr bwMode="gray">
          <a:xfrm>
            <a:off x="9278204" y="2113097"/>
            <a:ext cx="2008103" cy="441623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kumimoji="0" lang="en-US" altLang="zh-TW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Liability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計算</a:t>
            </a:r>
            <a:b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</a:br>
            <a:r>
              <a:rPr lang="en-US" altLang="zh-TW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=&gt;</a:t>
            </a:r>
            <a:r>
              <a:rPr lang="zh-TW" altLang="en-US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排</a:t>
            </a:r>
            <a:r>
              <a:rPr lang="en-US" altLang="zh-TW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Daily</a:t>
            </a:r>
            <a:r>
              <a:rPr lang="zh-TW" altLang="en-US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TW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Job</a:t>
            </a:r>
            <a:r>
              <a:rPr lang="zh-TW" altLang="en-US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自動處理</a:t>
            </a:r>
            <a:endParaRPr kumimoji="0" lang="zh-TW" altLang="en-US" sz="12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169E2E6-418B-0F7B-F8FA-75B01AF8E274}"/>
              </a:ext>
            </a:extLst>
          </p:cNvPr>
          <p:cNvSpPr/>
          <p:nvPr/>
        </p:nvSpPr>
        <p:spPr bwMode="gray">
          <a:xfrm>
            <a:off x="9278204" y="2634970"/>
            <a:ext cx="989198" cy="475850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kumimoji="0" lang="en-US" altLang="zh-TW" sz="105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XQ</a:t>
            </a:r>
            <a:r>
              <a:rPr kumimoji="0" lang="zh-TW" altLang="en-US" sz="105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轉出</a:t>
            </a:r>
            <a:br>
              <a:rPr kumimoji="0" lang="en-US" altLang="zh-TW" sz="105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</a:br>
            <a:r>
              <a:rPr lang="en-US" altLang="zh-TW" sz="105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=&gt;</a:t>
            </a:r>
            <a:r>
              <a:rPr lang="zh-TW" altLang="en-US" sz="105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排</a:t>
            </a:r>
            <a:r>
              <a:rPr lang="en-US" altLang="zh-TW" sz="105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Monthly</a:t>
            </a:r>
            <a:r>
              <a:rPr lang="zh-TW" altLang="en-US" sz="105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TW" sz="105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Job</a:t>
            </a:r>
            <a:r>
              <a:rPr lang="zh-TW" altLang="en-US" sz="105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自動處理</a:t>
            </a:r>
            <a:endParaRPr kumimoji="0" lang="zh-TW" altLang="en-US" sz="105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243EAEF-DD39-11BF-CB8F-DC8B81F9ED76}"/>
              </a:ext>
            </a:extLst>
          </p:cNvPr>
          <p:cNvSpPr/>
          <p:nvPr/>
        </p:nvSpPr>
        <p:spPr bwMode="gray">
          <a:xfrm>
            <a:off x="10345783" y="5524012"/>
            <a:ext cx="940524" cy="406465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客戶對帳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D806024-1805-0377-742D-5ADA52098E14}"/>
              </a:ext>
            </a:extLst>
          </p:cNvPr>
          <p:cNvSpPr/>
          <p:nvPr/>
        </p:nvSpPr>
        <p:spPr bwMode="gray">
          <a:xfrm>
            <a:off x="9312181" y="6045563"/>
            <a:ext cx="1974126" cy="566058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zh-TW" sz="1200" kern="0">
                <a:ea typeface="Arial Unicode MS" pitchFamily="34" charset="-128"/>
                <a:cs typeface="Arial Unicode MS" pitchFamily="34" charset="-128"/>
              </a:rPr>
              <a:t>MCR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轉</a:t>
            </a: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XQ</a:t>
            </a:r>
            <a:b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</a:b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單顆長交轉</a:t>
            </a: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XQ</a:t>
            </a:r>
            <a:b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</a:br>
            <a:r>
              <a:rPr lang="en-US" altLang="zh-TW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=&gt;</a:t>
            </a:r>
            <a:r>
              <a:rPr lang="zh-TW" altLang="en-US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排</a:t>
            </a:r>
            <a:r>
              <a:rPr lang="en-US" altLang="zh-TW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Daily</a:t>
            </a:r>
            <a:r>
              <a:rPr lang="zh-TW" altLang="en-US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altLang="zh-TW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Job</a:t>
            </a:r>
            <a:r>
              <a:rPr lang="zh-TW" altLang="en-US" sz="1200" kern="0">
                <a:solidFill>
                  <a:srgbClr val="FF0000"/>
                </a:solidFill>
                <a:ea typeface="Arial Unicode MS" pitchFamily="34" charset="-128"/>
                <a:cs typeface="Arial Unicode MS" pitchFamily="34" charset="-128"/>
              </a:rPr>
              <a:t>自動處理</a:t>
            </a:r>
            <a:endParaRPr kumimoji="0" lang="zh-TW" alt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3A86D2-4FE4-8FD4-66E5-117382E2A449}"/>
              </a:ext>
            </a:extLst>
          </p:cNvPr>
          <p:cNvSpPr/>
          <p:nvPr/>
        </p:nvSpPr>
        <p:spPr bwMode="gray">
          <a:xfrm>
            <a:off x="8282462" y="6045563"/>
            <a:ext cx="995742" cy="566058"/>
          </a:xfrm>
          <a:prstGeom prst="rect">
            <a:avLst/>
          </a:prstGeom>
          <a:solidFill>
            <a:srgbClr val="FFFF00"/>
          </a:solidFill>
          <a:ln w="25400" algn="ctr">
            <a:solidFill>
              <a:schemeClr val="accent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zh-TW" sz="1200" kern="0">
                <a:ea typeface="Arial Unicode MS" pitchFamily="34" charset="-128"/>
                <a:cs typeface="Arial Unicode MS" pitchFamily="34" charset="-128"/>
              </a:rPr>
              <a:t>MCR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轉</a:t>
            </a: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XQ/</a:t>
            </a: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b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</a:br>
            <a:r>
              <a:rPr kumimoji="0" lang="zh-TW" altLang="en-US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單顆長交轉</a:t>
            </a:r>
            <a:r>
              <a:rPr kumimoji="0" lang="en-US" altLang="zh-TW" sz="1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XQ</a:t>
            </a:r>
            <a:endParaRPr kumimoji="0" lang="zh-TW" alt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2155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19735-F80A-74B8-5BCF-9FC3DB6C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2C3BAE-5486-C0BF-C7D2-F7EA0FAE6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838" y="484852"/>
            <a:ext cx="10072289" cy="369332"/>
          </a:xfrm>
        </p:spPr>
        <p:txBody>
          <a:bodyPr/>
          <a:lstStyle/>
          <a:p>
            <a:r>
              <a:rPr lang="en-US" altLang="zh-TW" dirty="0"/>
              <a:t>Liability</a:t>
            </a:r>
            <a:r>
              <a:rPr lang="zh-TW" altLang="en-US" dirty="0"/>
              <a:t> </a:t>
            </a:r>
            <a:r>
              <a:rPr lang="en-US" altLang="zh-TW" dirty="0"/>
              <a:t>ONE</a:t>
            </a:r>
            <a:r>
              <a:rPr lang="zh-TW" altLang="en-US" dirty="0"/>
              <a:t> 流程示意圖與開發進度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964E3C-F955-B4A2-5368-A46E63247CEA}"/>
              </a:ext>
            </a:extLst>
          </p:cNvPr>
          <p:cNvSpPr/>
          <p:nvPr/>
        </p:nvSpPr>
        <p:spPr>
          <a:xfrm>
            <a:off x="782004" y="3303713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ZTGCX0002A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角色權限設定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3267D3-CE94-12E2-B91B-558D61A5A127}"/>
              </a:ext>
            </a:extLst>
          </p:cNvPr>
          <p:cNvSpPr/>
          <p:nvPr/>
        </p:nvSpPr>
        <p:spPr>
          <a:xfrm>
            <a:off x="782006" y="2480307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ZTGCX0002B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客戶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廠別設定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F863C5-1A5E-F274-F23D-0D4A2CA77F6A}"/>
              </a:ext>
            </a:extLst>
          </p:cNvPr>
          <p:cNvSpPr/>
          <p:nvPr/>
        </p:nvSpPr>
        <p:spPr>
          <a:xfrm>
            <a:off x="782005" y="4127120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ZTGCX0002C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不報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規則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A0DA05-C666-9F50-00A6-41A373DDB228}"/>
              </a:ext>
            </a:extLst>
          </p:cNvPr>
          <p:cNvSpPr/>
          <p:nvPr/>
        </p:nvSpPr>
        <p:spPr>
          <a:xfrm>
            <a:off x="3241289" y="1692109"/>
            <a:ext cx="180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ZTGCX0001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詢單報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MOQ</a:t>
            </a:r>
            <a:endParaRPr lang="zh-TW" altLang="en-US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D313E1-0BFA-F365-8104-2EDD56819323}"/>
              </a:ext>
            </a:extLst>
          </p:cNvPr>
          <p:cNvSpPr/>
          <p:nvPr/>
        </p:nvSpPr>
        <p:spPr>
          <a:xfrm>
            <a:off x="3241289" y="2480307"/>
            <a:ext cx="180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ZTGCX0003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訂單取消報庫存</a:t>
            </a:r>
          </a:p>
        </p:txBody>
      </p: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7B2487F2-976B-2FC4-D955-BEDCAD2B15DB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2582004" y="2750307"/>
            <a:ext cx="659285" cy="8234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83A65BA7-D0CD-3F7B-DE2D-261AF49DE19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582005" y="1962109"/>
            <a:ext cx="659284" cy="243501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BB6EF604-791F-3822-02C8-30E0254A9F36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582006" y="1962109"/>
            <a:ext cx="659283" cy="7881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94A47BCC-E800-78C5-61BD-821EB2780F31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2582004" y="1962109"/>
            <a:ext cx="659285" cy="1611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EF71E5D-9565-0488-3768-8C94D8B929FF}"/>
              </a:ext>
            </a:extLst>
          </p:cNvPr>
          <p:cNvSpPr/>
          <p:nvPr/>
        </p:nvSpPr>
        <p:spPr>
          <a:xfrm>
            <a:off x="3241289" y="3295004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ZPEC006/ZPEC007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MCN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報庫存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A60A7BC-1CE1-C0D4-9787-CA71A6DC6F5B}"/>
              </a:ext>
            </a:extLst>
          </p:cNvPr>
          <p:cNvSpPr/>
          <p:nvPr/>
        </p:nvSpPr>
        <p:spPr>
          <a:xfrm>
            <a:off x="3256952" y="4907570"/>
            <a:ext cx="1800000" cy="5319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ZPRP047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Level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Load</a:t>
            </a:r>
            <a:r>
              <a:rPr lang="zh-TW" altLang="en-US" sz="1200"/>
              <a:t>座布組預採</a:t>
            </a:r>
            <a:endParaRPr lang="zh-TW" altLang="en-US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E9D4E7-E5EB-BEDF-0669-85D852705DC0}"/>
              </a:ext>
            </a:extLst>
          </p:cNvPr>
          <p:cNvSpPr/>
          <p:nvPr/>
        </p:nvSpPr>
        <p:spPr>
          <a:xfrm>
            <a:off x="5523983" y="4120422"/>
            <a:ext cx="1800000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GAP-CX202</a:t>
            </a:r>
            <a:b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單顆長交轉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endParaRPr lang="zh-TW" altLang="en-US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07D70DD-EBA5-8557-10AC-B8A02FBB5574}"/>
              </a:ext>
            </a:extLst>
          </p:cNvPr>
          <p:cNvSpPr/>
          <p:nvPr/>
        </p:nvSpPr>
        <p:spPr>
          <a:xfrm>
            <a:off x="5508321" y="4907570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ZXQ07</a:t>
            </a:r>
            <a:b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單批次上傳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538E43FB-AFEB-E982-6B4E-40E3767EDC30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5056952" y="5173524"/>
            <a:ext cx="451369" cy="40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A1F66986-FED3-80FF-5BC8-89F1110B3F59}"/>
              </a:ext>
            </a:extLst>
          </p:cNvPr>
          <p:cNvSpPr/>
          <p:nvPr/>
        </p:nvSpPr>
        <p:spPr>
          <a:xfrm>
            <a:off x="7937310" y="2129459"/>
            <a:ext cx="1620000" cy="6131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/>
              <a:t>ZTGCX0026 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Liability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計算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37857E-30EA-877D-A2EA-9ACF190F2AEA}"/>
              </a:ext>
            </a:extLst>
          </p:cNvPr>
          <p:cNvSpPr/>
          <p:nvPr/>
        </p:nvSpPr>
        <p:spPr>
          <a:xfrm>
            <a:off x="7937310" y="3943833"/>
            <a:ext cx="1620000" cy="6043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ZTGCX0026B</a:t>
            </a:r>
          </a:p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轉出計算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9B40012-F6F6-D00E-2A02-1A2552D3F7F3}"/>
              </a:ext>
            </a:extLst>
          </p:cNvPr>
          <p:cNvSpPr/>
          <p:nvPr/>
        </p:nvSpPr>
        <p:spPr>
          <a:xfrm>
            <a:off x="7921648" y="4900528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ZXQ08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轉出批次上傳</a:t>
            </a:r>
          </a:p>
        </p:txBody>
      </p: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4D3B8637-3A69-4283-EB46-094CEC244990}"/>
              </a:ext>
            </a:extLst>
          </p:cNvPr>
          <p:cNvCxnSpPr>
            <a:cxnSpLocks/>
            <a:stCxn id="34" idx="3"/>
            <a:endCxn id="17" idx="1"/>
          </p:cNvCxnSpPr>
          <p:nvPr/>
        </p:nvCxnSpPr>
        <p:spPr>
          <a:xfrm flipV="1">
            <a:off x="7308321" y="2436024"/>
            <a:ext cx="628989" cy="3142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E52D670C-DAA3-B59B-7CA9-6D81C9415E9E}"/>
              </a:ext>
            </a:extLst>
          </p:cNvPr>
          <p:cNvCxnSpPr>
            <a:cxnSpLocks/>
            <a:stCxn id="33" idx="3"/>
            <a:endCxn id="17" idx="1"/>
          </p:cNvCxnSpPr>
          <p:nvPr/>
        </p:nvCxnSpPr>
        <p:spPr>
          <a:xfrm>
            <a:off x="7308321" y="1962109"/>
            <a:ext cx="628989" cy="4739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FE8E2C24-FCE9-DFE7-81E0-8790EFA1102E}"/>
              </a:ext>
            </a:extLst>
          </p:cNvPr>
          <p:cNvSpPr/>
          <p:nvPr/>
        </p:nvSpPr>
        <p:spPr>
          <a:xfrm>
            <a:off x="10196132" y="4672479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ZTWRSD0115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預採收款匯總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59EDD25-5C7C-A02E-15D4-FB0021CF92B0}"/>
              </a:ext>
            </a:extLst>
          </p:cNvPr>
          <p:cNvSpPr/>
          <p:nvPr/>
        </p:nvSpPr>
        <p:spPr>
          <a:xfrm>
            <a:off x="10196132" y="5523351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ZTWRSD0121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庫存帳不還款報表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B7E659-4805-4715-5A87-5F83504B3891}"/>
              </a:ext>
            </a:extLst>
          </p:cNvPr>
          <p:cNvSpPr/>
          <p:nvPr/>
        </p:nvSpPr>
        <p:spPr>
          <a:xfrm>
            <a:off x="10196132" y="3855596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ZTWRSD00100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預採收還款報表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B34AA6E-EE51-ECF6-401F-D73BEC50766A}"/>
              </a:ext>
            </a:extLst>
          </p:cNvPr>
          <p:cNvSpPr/>
          <p:nvPr/>
        </p:nvSpPr>
        <p:spPr>
          <a:xfrm>
            <a:off x="10196132" y="3004724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ZDN01/02/03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DNCN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申請單</a:t>
            </a:r>
          </a:p>
        </p:txBody>
      </p: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E27F21FD-7101-DEFC-00AD-F905D5923267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9541648" y="5170528"/>
            <a:ext cx="654484" cy="6228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FB57A149-2EA9-FA55-DB5D-CAD6D4995D5B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557310" y="4246026"/>
            <a:ext cx="638822" cy="6964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12AE2EDD-598C-480B-50D5-6DF1D92A324F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 flipV="1">
            <a:off x="9557310" y="4125596"/>
            <a:ext cx="638822" cy="1204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6FB5F5AC-CAAA-D366-29F9-E14880666AA6}"/>
              </a:ext>
            </a:extLst>
          </p:cNvPr>
          <p:cNvSpPr/>
          <p:nvPr/>
        </p:nvSpPr>
        <p:spPr>
          <a:xfrm>
            <a:off x="782004" y="1692109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ZTWRSD0099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預採帳公式設定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80DCA10-0809-9037-EE6D-C9CD5453B71E}"/>
              </a:ext>
            </a:extLst>
          </p:cNvPr>
          <p:cNvSpPr/>
          <p:nvPr/>
        </p:nvSpPr>
        <p:spPr>
          <a:xfrm>
            <a:off x="5508321" y="1692109"/>
            <a:ext cx="180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ZTGCX0019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QQ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22DFA6-534F-2416-F8BB-41219E83C969}"/>
              </a:ext>
            </a:extLst>
          </p:cNvPr>
          <p:cNvSpPr/>
          <p:nvPr/>
        </p:nvSpPr>
        <p:spPr>
          <a:xfrm>
            <a:off x="5508321" y="2480308"/>
            <a:ext cx="180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ZTGCX0020</a:t>
            </a:r>
            <a:b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XJ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28538A8-95BB-9567-BFAB-1538DE2F1EB7}"/>
              </a:ext>
            </a:extLst>
          </p:cNvPr>
          <p:cNvSpPr/>
          <p:nvPr/>
        </p:nvSpPr>
        <p:spPr>
          <a:xfrm>
            <a:off x="3256952" y="4118596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ME5A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單顆長交料預採</a:t>
            </a:r>
          </a:p>
        </p:txBody>
      </p:sp>
      <p:cxnSp>
        <p:nvCxnSpPr>
          <p:cNvPr id="36" name="接點: 肘形 72">
            <a:extLst>
              <a:ext uri="{FF2B5EF4-FFF2-40B4-BE49-F238E27FC236}">
                <a16:creationId xmlns:a16="http://schemas.microsoft.com/office/drawing/2014/main" id="{08B29995-D6D6-76D7-CD6B-AD3025A7B87C}"/>
              </a:ext>
            </a:extLst>
          </p:cNvPr>
          <p:cNvCxnSpPr>
            <a:cxnSpLocks/>
            <a:stCxn id="7" idx="3"/>
            <a:endCxn id="34" idx="1"/>
          </p:cNvCxnSpPr>
          <p:nvPr/>
        </p:nvCxnSpPr>
        <p:spPr>
          <a:xfrm>
            <a:off x="5041289" y="2750307"/>
            <a:ext cx="46703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接點: 肘形 73">
            <a:extLst>
              <a:ext uri="{FF2B5EF4-FFF2-40B4-BE49-F238E27FC236}">
                <a16:creationId xmlns:a16="http://schemas.microsoft.com/office/drawing/2014/main" id="{6E71A0E6-7D5B-29D9-983A-2C8DDE2090FF}"/>
              </a:ext>
            </a:extLst>
          </p:cNvPr>
          <p:cNvCxnSpPr>
            <a:cxnSpLocks/>
            <a:stCxn id="12" idx="3"/>
            <a:endCxn id="51" idx="1"/>
          </p:cNvCxnSpPr>
          <p:nvPr/>
        </p:nvCxnSpPr>
        <p:spPr>
          <a:xfrm>
            <a:off x="5041289" y="3565004"/>
            <a:ext cx="467032" cy="21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接點: 肘形 73">
            <a:extLst>
              <a:ext uri="{FF2B5EF4-FFF2-40B4-BE49-F238E27FC236}">
                <a16:creationId xmlns:a16="http://schemas.microsoft.com/office/drawing/2014/main" id="{7AA5B82E-1595-4FA5-8A89-28C1562FEF45}"/>
              </a:ext>
            </a:extLst>
          </p:cNvPr>
          <p:cNvCxnSpPr>
            <a:cxnSpLocks/>
            <a:stCxn id="35" idx="3"/>
            <a:endCxn id="14" idx="1"/>
          </p:cNvCxnSpPr>
          <p:nvPr/>
        </p:nvCxnSpPr>
        <p:spPr>
          <a:xfrm>
            <a:off x="5056952" y="4388596"/>
            <a:ext cx="467031" cy="1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4">
            <a:extLst>
              <a:ext uri="{FF2B5EF4-FFF2-40B4-BE49-F238E27FC236}">
                <a16:creationId xmlns:a16="http://schemas.microsoft.com/office/drawing/2014/main" id="{40D6A2C0-AE55-5137-0E25-AE39548ED8DA}"/>
              </a:ext>
            </a:extLst>
          </p:cNvPr>
          <p:cNvCxnSpPr>
            <a:stCxn id="32" idx="3"/>
            <a:endCxn id="6" idx="1"/>
          </p:cNvCxnSpPr>
          <p:nvPr/>
        </p:nvCxnSpPr>
        <p:spPr>
          <a:xfrm>
            <a:off x="2582004" y="1962109"/>
            <a:ext cx="6592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0119E448-8D0C-15A6-710C-FD33E2B6A27A}"/>
              </a:ext>
            </a:extLst>
          </p:cNvPr>
          <p:cNvCxnSpPr>
            <a:cxnSpLocks/>
            <a:stCxn id="6" idx="3"/>
            <a:endCxn id="33" idx="1"/>
          </p:cNvCxnSpPr>
          <p:nvPr/>
        </p:nvCxnSpPr>
        <p:spPr>
          <a:xfrm>
            <a:off x="5041289" y="1962109"/>
            <a:ext cx="4670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57">
            <a:extLst>
              <a:ext uri="{FF2B5EF4-FFF2-40B4-BE49-F238E27FC236}">
                <a16:creationId xmlns:a16="http://schemas.microsoft.com/office/drawing/2014/main" id="{F3F60BFD-A1F2-02C5-5008-F15DE80E4097}"/>
              </a:ext>
            </a:extLst>
          </p:cNvPr>
          <p:cNvCxnSpPr>
            <a:cxnSpLocks/>
            <a:stCxn id="17" idx="2"/>
            <a:endCxn id="179" idx="0"/>
          </p:cNvCxnSpPr>
          <p:nvPr/>
        </p:nvCxnSpPr>
        <p:spPr>
          <a:xfrm>
            <a:off x="8747310" y="2742589"/>
            <a:ext cx="7831" cy="301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接點: 肘形 175">
            <a:extLst>
              <a:ext uri="{FF2B5EF4-FFF2-40B4-BE49-F238E27FC236}">
                <a16:creationId xmlns:a16="http://schemas.microsoft.com/office/drawing/2014/main" id="{2B027D98-895D-7BEE-B7E7-008DC709672C}"/>
              </a:ext>
            </a:extLst>
          </p:cNvPr>
          <p:cNvCxnSpPr>
            <a:cxnSpLocks/>
            <a:stCxn id="19" idx="3"/>
            <a:endCxn id="28" idx="1"/>
          </p:cNvCxnSpPr>
          <p:nvPr/>
        </p:nvCxnSpPr>
        <p:spPr>
          <a:xfrm flipV="1">
            <a:off x="9541648" y="3274724"/>
            <a:ext cx="654484" cy="18958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CC5EF6D0-3E17-1697-6624-3C54E1BC667E}"/>
              </a:ext>
            </a:extLst>
          </p:cNvPr>
          <p:cNvSpPr/>
          <p:nvPr/>
        </p:nvSpPr>
        <p:spPr>
          <a:xfrm>
            <a:off x="5508321" y="3297191"/>
            <a:ext cx="1800000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GAP-CX201</a:t>
            </a:r>
            <a:b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MCR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</a:p>
        </p:txBody>
      </p:sp>
      <p:cxnSp>
        <p:nvCxnSpPr>
          <p:cNvPr id="130" name="接點: 肘形 129">
            <a:extLst>
              <a:ext uri="{FF2B5EF4-FFF2-40B4-BE49-F238E27FC236}">
                <a16:creationId xmlns:a16="http://schemas.microsoft.com/office/drawing/2014/main" id="{A729CA5E-B68E-9443-E08A-E84F032301D0}"/>
              </a:ext>
            </a:extLst>
          </p:cNvPr>
          <p:cNvCxnSpPr>
            <a:cxnSpLocks/>
            <a:stCxn id="51" idx="3"/>
            <a:endCxn id="17" idx="1"/>
          </p:cNvCxnSpPr>
          <p:nvPr/>
        </p:nvCxnSpPr>
        <p:spPr>
          <a:xfrm flipV="1">
            <a:off x="7308321" y="2436024"/>
            <a:ext cx="628989" cy="11311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接點: 肘形 132">
            <a:extLst>
              <a:ext uri="{FF2B5EF4-FFF2-40B4-BE49-F238E27FC236}">
                <a16:creationId xmlns:a16="http://schemas.microsoft.com/office/drawing/2014/main" id="{767043BE-9475-71F0-D3E1-74493CF51278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V="1">
            <a:off x="7308321" y="5170528"/>
            <a:ext cx="613327" cy="70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接點: 肘形 135">
            <a:extLst>
              <a:ext uri="{FF2B5EF4-FFF2-40B4-BE49-F238E27FC236}">
                <a16:creationId xmlns:a16="http://schemas.microsoft.com/office/drawing/2014/main" id="{4B101665-1724-103C-5B8D-6F417DEFB1C6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7323983" y="2436024"/>
            <a:ext cx="613327" cy="19543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接點: 肘形 152">
            <a:extLst>
              <a:ext uri="{FF2B5EF4-FFF2-40B4-BE49-F238E27FC236}">
                <a16:creationId xmlns:a16="http://schemas.microsoft.com/office/drawing/2014/main" id="{AD08E408-E475-7C9B-D134-D56B79E06D20}"/>
              </a:ext>
            </a:extLst>
          </p:cNvPr>
          <p:cNvCxnSpPr>
            <a:cxnSpLocks/>
            <a:stCxn id="18" idx="3"/>
            <a:endCxn id="28" idx="1"/>
          </p:cNvCxnSpPr>
          <p:nvPr/>
        </p:nvCxnSpPr>
        <p:spPr>
          <a:xfrm flipV="1">
            <a:off x="9557310" y="3274724"/>
            <a:ext cx="638822" cy="9713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矩形 178">
            <a:extLst>
              <a:ext uri="{FF2B5EF4-FFF2-40B4-BE49-F238E27FC236}">
                <a16:creationId xmlns:a16="http://schemas.microsoft.com/office/drawing/2014/main" id="{DC617752-652B-8952-1824-1B3AB511D170}"/>
              </a:ext>
            </a:extLst>
          </p:cNvPr>
          <p:cNvSpPr/>
          <p:nvPr/>
        </p:nvSpPr>
        <p:spPr>
          <a:xfrm>
            <a:off x="7945141" y="3044290"/>
            <a:ext cx="1620000" cy="5920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/>
              <a:t>ZTGCX0029 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庫存餘數查詢</a:t>
            </a:r>
          </a:p>
        </p:txBody>
      </p:sp>
      <p:cxnSp>
        <p:nvCxnSpPr>
          <p:cNvPr id="180" name="直線箭頭接點 57">
            <a:extLst>
              <a:ext uri="{FF2B5EF4-FFF2-40B4-BE49-F238E27FC236}">
                <a16:creationId xmlns:a16="http://schemas.microsoft.com/office/drawing/2014/main" id="{19CED873-1994-F87A-58D4-144B31A54D71}"/>
              </a:ext>
            </a:extLst>
          </p:cNvPr>
          <p:cNvCxnSpPr>
            <a:cxnSpLocks/>
            <a:stCxn id="179" idx="2"/>
            <a:endCxn id="18" idx="0"/>
          </p:cNvCxnSpPr>
          <p:nvPr/>
        </p:nvCxnSpPr>
        <p:spPr>
          <a:xfrm flipH="1">
            <a:off x="8747310" y="3636374"/>
            <a:ext cx="7831" cy="307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矩形 192">
            <a:extLst>
              <a:ext uri="{FF2B5EF4-FFF2-40B4-BE49-F238E27FC236}">
                <a16:creationId xmlns:a16="http://schemas.microsoft.com/office/drawing/2014/main" id="{25E72AF5-F6A9-2C11-3796-332DD7D0E687}"/>
              </a:ext>
            </a:extLst>
          </p:cNvPr>
          <p:cNvSpPr/>
          <p:nvPr/>
        </p:nvSpPr>
        <p:spPr>
          <a:xfrm>
            <a:off x="3249121" y="5723142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ZPRP047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整台份</a:t>
            </a:r>
            <a:r>
              <a:rPr lang="zh-TW" altLang="en-US" sz="1200"/>
              <a:t>下階布類預採</a:t>
            </a:r>
            <a:endParaRPr lang="zh-TW" altLang="en-US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8BFAE09B-7481-E130-4F31-75A46321292C}"/>
              </a:ext>
            </a:extLst>
          </p:cNvPr>
          <p:cNvSpPr/>
          <p:nvPr/>
        </p:nvSpPr>
        <p:spPr>
          <a:xfrm>
            <a:off x="5500490" y="5723759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ZXQ07</a:t>
            </a:r>
            <a:b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單批次上傳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95" name="接點: 肘形 194">
            <a:extLst>
              <a:ext uri="{FF2B5EF4-FFF2-40B4-BE49-F238E27FC236}">
                <a16:creationId xmlns:a16="http://schemas.microsoft.com/office/drawing/2014/main" id="{14EF7838-F299-2413-2AC3-AEAA40A52B00}"/>
              </a:ext>
            </a:extLst>
          </p:cNvPr>
          <p:cNvCxnSpPr>
            <a:cxnSpLocks/>
            <a:stCxn id="193" idx="3"/>
            <a:endCxn id="194" idx="1"/>
          </p:cNvCxnSpPr>
          <p:nvPr/>
        </p:nvCxnSpPr>
        <p:spPr>
          <a:xfrm>
            <a:off x="5049121" y="5993142"/>
            <a:ext cx="451369" cy="6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矩形 195">
            <a:extLst>
              <a:ext uri="{FF2B5EF4-FFF2-40B4-BE49-F238E27FC236}">
                <a16:creationId xmlns:a16="http://schemas.microsoft.com/office/drawing/2014/main" id="{3537B29C-F880-42C5-B70E-347C6908FE80}"/>
              </a:ext>
            </a:extLst>
          </p:cNvPr>
          <p:cNvSpPr/>
          <p:nvPr/>
        </p:nvSpPr>
        <p:spPr>
          <a:xfrm>
            <a:off x="7937310" y="5724809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ZXQ08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轉出批次上傳</a:t>
            </a:r>
          </a:p>
        </p:txBody>
      </p:sp>
      <p:cxnSp>
        <p:nvCxnSpPr>
          <p:cNvPr id="197" name="接點: 肘形 196">
            <a:extLst>
              <a:ext uri="{FF2B5EF4-FFF2-40B4-BE49-F238E27FC236}">
                <a16:creationId xmlns:a16="http://schemas.microsoft.com/office/drawing/2014/main" id="{EDA08F41-2201-C54A-CEB7-7A9E0CA17288}"/>
              </a:ext>
            </a:extLst>
          </p:cNvPr>
          <p:cNvCxnSpPr>
            <a:cxnSpLocks/>
            <a:stCxn id="194" idx="3"/>
            <a:endCxn id="196" idx="1"/>
          </p:cNvCxnSpPr>
          <p:nvPr/>
        </p:nvCxnSpPr>
        <p:spPr>
          <a:xfrm>
            <a:off x="7300490" y="5993759"/>
            <a:ext cx="636820" cy="10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接點: 肘形 197">
            <a:extLst>
              <a:ext uri="{FF2B5EF4-FFF2-40B4-BE49-F238E27FC236}">
                <a16:creationId xmlns:a16="http://schemas.microsoft.com/office/drawing/2014/main" id="{36D523B4-2134-1C16-86B0-1FD6E088B766}"/>
              </a:ext>
            </a:extLst>
          </p:cNvPr>
          <p:cNvCxnSpPr>
            <a:cxnSpLocks/>
            <a:stCxn id="196" idx="3"/>
            <a:endCxn id="28" idx="1"/>
          </p:cNvCxnSpPr>
          <p:nvPr/>
        </p:nvCxnSpPr>
        <p:spPr>
          <a:xfrm flipV="1">
            <a:off x="9557310" y="3274724"/>
            <a:ext cx="638822" cy="27200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48632E42-F9EB-EB67-F1AC-FD87F52C0745}"/>
              </a:ext>
            </a:extLst>
          </p:cNvPr>
          <p:cNvSpPr/>
          <p:nvPr/>
        </p:nvSpPr>
        <p:spPr>
          <a:xfrm>
            <a:off x="10187598" y="2228743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ZXQ01/02/03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申請單</a:t>
            </a:r>
          </a:p>
        </p:txBody>
      </p: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9E4C5896-7C0C-F565-46E7-2E0101D914AB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9557310" y="2498743"/>
            <a:ext cx="630288" cy="17472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矩形 140">
            <a:extLst>
              <a:ext uri="{FF2B5EF4-FFF2-40B4-BE49-F238E27FC236}">
                <a16:creationId xmlns:a16="http://schemas.microsoft.com/office/drawing/2014/main" id="{1E03F660-D260-677B-07C7-5C6286863E8D}"/>
              </a:ext>
            </a:extLst>
          </p:cNvPr>
          <p:cNvSpPr/>
          <p:nvPr/>
        </p:nvSpPr>
        <p:spPr>
          <a:xfrm>
            <a:off x="10905615" y="1023617"/>
            <a:ext cx="862582" cy="20113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6/1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上線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E26E99F4-D8ED-0972-3C98-6AAA41908E58}"/>
              </a:ext>
            </a:extLst>
          </p:cNvPr>
          <p:cNvSpPr/>
          <p:nvPr/>
        </p:nvSpPr>
        <p:spPr>
          <a:xfrm>
            <a:off x="10905615" y="669518"/>
            <a:ext cx="862582" cy="2189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5/1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上線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4E8B2808-25A0-8812-4DD9-0549E52A8947}"/>
              </a:ext>
            </a:extLst>
          </p:cNvPr>
          <p:cNvSpPr/>
          <p:nvPr/>
        </p:nvSpPr>
        <p:spPr>
          <a:xfrm>
            <a:off x="10905615" y="358646"/>
            <a:ext cx="862582" cy="1996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已完成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146C179-0017-1ED8-A391-1EE71F08997E}"/>
              </a:ext>
            </a:extLst>
          </p:cNvPr>
          <p:cNvSpPr/>
          <p:nvPr/>
        </p:nvSpPr>
        <p:spPr>
          <a:xfrm>
            <a:off x="150740" y="4907569"/>
            <a:ext cx="2851356" cy="13561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r>
              <a:rPr lang="zh-TW" altLang="en-US" sz="14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* 背景處理程式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ZTGCX0001_SYNC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回寫訂單號碼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ZTGCX0001_UPD_Price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更新業務價格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ZTGCX0003_PROD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Where Use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找型號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ZTGCX0003_UPD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更新型號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7207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4548A-519D-73F0-FB11-B2AC43191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DABD9-4DA7-6A8E-E8A4-D8FE6BDC4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838" y="484852"/>
            <a:ext cx="10072289" cy="369332"/>
          </a:xfrm>
        </p:spPr>
        <p:txBody>
          <a:bodyPr/>
          <a:lstStyle/>
          <a:p>
            <a:r>
              <a:rPr lang="en-US" altLang="zh-TW" dirty="0"/>
              <a:t>Daily Liability</a:t>
            </a:r>
            <a:r>
              <a:rPr lang="zh-TW" altLang="en-US" dirty="0"/>
              <a:t> 流程示意圖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94572E-6825-955F-96DD-1D3417AFFAE5}"/>
              </a:ext>
            </a:extLst>
          </p:cNvPr>
          <p:cNvSpPr/>
          <p:nvPr/>
        </p:nvSpPr>
        <p:spPr>
          <a:xfrm>
            <a:off x="782004" y="3303713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ZTGCX0002A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角色權限設定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5F0AF5-73AD-9ABE-FD82-AA1740EE0B31}"/>
              </a:ext>
            </a:extLst>
          </p:cNvPr>
          <p:cNvSpPr/>
          <p:nvPr/>
        </p:nvSpPr>
        <p:spPr>
          <a:xfrm>
            <a:off x="782006" y="2480307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ZTGCX0002B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客戶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廠別設定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967636-A1AF-C9FB-84C8-5E9D6A25C712}"/>
              </a:ext>
            </a:extLst>
          </p:cNvPr>
          <p:cNvSpPr/>
          <p:nvPr/>
        </p:nvSpPr>
        <p:spPr>
          <a:xfrm>
            <a:off x="782005" y="4127120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ZTGCX0002C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不報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規則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A52084-66DA-8A63-B015-48ACF19E7EAA}"/>
              </a:ext>
            </a:extLst>
          </p:cNvPr>
          <p:cNvSpPr/>
          <p:nvPr/>
        </p:nvSpPr>
        <p:spPr>
          <a:xfrm>
            <a:off x="3241289" y="1692109"/>
            <a:ext cx="180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ZTGCX0001</a:t>
            </a:r>
          </a:p>
          <a:p>
            <a:pPr algn="ctr"/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詢單報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MOQ</a:t>
            </a:r>
            <a:endParaRPr lang="zh-TW" alt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D3A74F-F898-4B0B-05AA-BB2038D112CC}"/>
              </a:ext>
            </a:extLst>
          </p:cNvPr>
          <p:cNvSpPr/>
          <p:nvPr/>
        </p:nvSpPr>
        <p:spPr>
          <a:xfrm>
            <a:off x="3241289" y="2480307"/>
            <a:ext cx="180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ZTGCX0003</a:t>
            </a:r>
          </a:p>
          <a:p>
            <a:pPr algn="ctr"/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訂單取消報庫存</a:t>
            </a:r>
          </a:p>
        </p:txBody>
      </p: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C6B1FC8E-5200-09AD-53A8-786F2D914909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2582004" y="2750307"/>
            <a:ext cx="659285" cy="8234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3EB962F8-D97B-92D0-661C-E97AC078FA5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582005" y="1962109"/>
            <a:ext cx="659284" cy="243501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53977A1A-A029-C426-6EC3-2955AE4C6441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582006" y="1962109"/>
            <a:ext cx="659283" cy="7881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6A97F18B-DC1F-F8CE-2625-CE7F0CD0C525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2582004" y="1962109"/>
            <a:ext cx="659285" cy="1611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AE053F7-3BEC-1A18-1F89-5916594435C4}"/>
              </a:ext>
            </a:extLst>
          </p:cNvPr>
          <p:cNvSpPr/>
          <p:nvPr/>
        </p:nvSpPr>
        <p:spPr>
          <a:xfrm>
            <a:off x="3241289" y="3295004"/>
            <a:ext cx="180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ZPEC006/ZPEC007</a:t>
            </a:r>
          </a:p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MCN 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報庫存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918A70-43ED-78BE-4B27-F37305616568}"/>
              </a:ext>
            </a:extLst>
          </p:cNvPr>
          <p:cNvSpPr/>
          <p:nvPr/>
        </p:nvSpPr>
        <p:spPr>
          <a:xfrm>
            <a:off x="3256952" y="4907570"/>
            <a:ext cx="1800000" cy="5319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ZPRP047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Level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Load</a:t>
            </a:r>
            <a:r>
              <a:rPr lang="zh-TW" altLang="en-US" sz="1200"/>
              <a:t>座布組預採</a:t>
            </a:r>
            <a:endParaRPr lang="zh-TW" altLang="en-US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53A698-8B57-161D-9DEA-97E7B93F55C1}"/>
              </a:ext>
            </a:extLst>
          </p:cNvPr>
          <p:cNvSpPr/>
          <p:nvPr/>
        </p:nvSpPr>
        <p:spPr>
          <a:xfrm>
            <a:off x="5523983" y="4120422"/>
            <a:ext cx="1800000" cy="54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ZTGCX0031</a:t>
            </a:r>
            <a:b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單顆長交轉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endParaRPr lang="zh-TW" alt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C3E023-8547-2C0F-E3BA-44D233BF7DDC}"/>
              </a:ext>
            </a:extLst>
          </p:cNvPr>
          <p:cNvSpPr/>
          <p:nvPr/>
        </p:nvSpPr>
        <p:spPr>
          <a:xfrm>
            <a:off x="5508321" y="4907570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ZXQ07</a:t>
            </a:r>
            <a:b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單批次上傳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37023D05-9349-4CDF-C4C5-99C999A91E5C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5056952" y="5173524"/>
            <a:ext cx="451369" cy="40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F7861D87-A9F8-4869-2CE3-056A4A87704A}"/>
              </a:ext>
            </a:extLst>
          </p:cNvPr>
          <p:cNvSpPr/>
          <p:nvPr/>
        </p:nvSpPr>
        <p:spPr>
          <a:xfrm>
            <a:off x="7937310" y="2129459"/>
            <a:ext cx="1620000" cy="6131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ZTGCX0026 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Liability 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計算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76DB07-406C-B890-05AD-5F25B9C15553}"/>
              </a:ext>
            </a:extLst>
          </p:cNvPr>
          <p:cNvSpPr/>
          <p:nvPr/>
        </p:nvSpPr>
        <p:spPr>
          <a:xfrm>
            <a:off x="7937310" y="3943833"/>
            <a:ext cx="1620000" cy="6043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ZTGCX0026B</a:t>
            </a:r>
          </a:p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轉出計算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A08EDC-9E43-8AC9-5328-35B47ACDF97B}"/>
              </a:ext>
            </a:extLst>
          </p:cNvPr>
          <p:cNvSpPr/>
          <p:nvPr/>
        </p:nvSpPr>
        <p:spPr>
          <a:xfrm>
            <a:off x="7921648" y="4900528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ZXQ08</a:t>
            </a:r>
          </a:p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 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轉出批次上傳</a:t>
            </a:r>
          </a:p>
        </p:txBody>
      </p: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86B3C7F6-6130-C935-289E-9E24545A5338}"/>
              </a:ext>
            </a:extLst>
          </p:cNvPr>
          <p:cNvCxnSpPr>
            <a:cxnSpLocks/>
            <a:stCxn id="34" idx="3"/>
            <a:endCxn id="17" idx="1"/>
          </p:cNvCxnSpPr>
          <p:nvPr/>
        </p:nvCxnSpPr>
        <p:spPr>
          <a:xfrm flipV="1">
            <a:off x="7308321" y="2436024"/>
            <a:ext cx="628989" cy="3142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A6982C22-B1C5-B6CA-3F3C-4D8E4B36F4E1}"/>
              </a:ext>
            </a:extLst>
          </p:cNvPr>
          <p:cNvCxnSpPr>
            <a:cxnSpLocks/>
            <a:stCxn id="33" idx="3"/>
            <a:endCxn id="17" idx="1"/>
          </p:cNvCxnSpPr>
          <p:nvPr/>
        </p:nvCxnSpPr>
        <p:spPr>
          <a:xfrm>
            <a:off x="7308321" y="1962109"/>
            <a:ext cx="628989" cy="4739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264875C7-F133-A016-5F88-255CD2520FEA}"/>
              </a:ext>
            </a:extLst>
          </p:cNvPr>
          <p:cNvSpPr/>
          <p:nvPr/>
        </p:nvSpPr>
        <p:spPr>
          <a:xfrm>
            <a:off x="10196132" y="4672479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ZTWRSD0115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預採收款匯總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7CB1DF-3615-A188-E5E2-FF62A7979797}"/>
              </a:ext>
            </a:extLst>
          </p:cNvPr>
          <p:cNvSpPr/>
          <p:nvPr/>
        </p:nvSpPr>
        <p:spPr>
          <a:xfrm>
            <a:off x="10196132" y="5523351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ZTWRSD0121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庫存帳不還款報表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BE8397-2098-93BB-D43A-7E1A15BB1CB7}"/>
              </a:ext>
            </a:extLst>
          </p:cNvPr>
          <p:cNvSpPr/>
          <p:nvPr/>
        </p:nvSpPr>
        <p:spPr>
          <a:xfrm>
            <a:off x="10196132" y="3855596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ZTWRSD00100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預採收還款報表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DA2DAE8-7890-6C50-6318-0F81C1DA5E9C}"/>
              </a:ext>
            </a:extLst>
          </p:cNvPr>
          <p:cNvSpPr/>
          <p:nvPr/>
        </p:nvSpPr>
        <p:spPr>
          <a:xfrm>
            <a:off x="10196132" y="3004724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ZDN01/02/03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DNCN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申請單</a:t>
            </a:r>
          </a:p>
        </p:txBody>
      </p: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FD02E6A1-FDBE-CC28-7FA6-A63CA00ACF91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9541648" y="5170528"/>
            <a:ext cx="654484" cy="6228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CE909C5B-055E-4D80-3D85-BBD151066D5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557310" y="4246026"/>
            <a:ext cx="638822" cy="6964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580F9AB9-7DBC-539C-32A6-4DDA15CD30AF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 flipV="1">
            <a:off x="9557310" y="4125596"/>
            <a:ext cx="638822" cy="1204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78E0A8D0-7850-0F4D-4F35-60EB7119D779}"/>
              </a:ext>
            </a:extLst>
          </p:cNvPr>
          <p:cNvSpPr/>
          <p:nvPr/>
        </p:nvSpPr>
        <p:spPr>
          <a:xfrm>
            <a:off x="782004" y="1692109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ZTWRSD0099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預採帳公式設定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5D7F388-8203-4C98-7D3B-90C8C3217ADB}"/>
              </a:ext>
            </a:extLst>
          </p:cNvPr>
          <p:cNvSpPr/>
          <p:nvPr/>
        </p:nvSpPr>
        <p:spPr>
          <a:xfrm>
            <a:off x="5508321" y="1692109"/>
            <a:ext cx="1800000" cy="54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ZTGCX0019</a:t>
            </a:r>
          </a:p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QQ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F94ACDF-0530-F5C8-8B62-35EDB14123EA}"/>
              </a:ext>
            </a:extLst>
          </p:cNvPr>
          <p:cNvSpPr/>
          <p:nvPr/>
        </p:nvSpPr>
        <p:spPr>
          <a:xfrm>
            <a:off x="5508321" y="2480308"/>
            <a:ext cx="1800000" cy="54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ZTGCX0020</a:t>
            </a:r>
            <a:b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XJ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90E5BA-37F3-CC06-969E-B6541351C3E0}"/>
              </a:ext>
            </a:extLst>
          </p:cNvPr>
          <p:cNvSpPr/>
          <p:nvPr/>
        </p:nvSpPr>
        <p:spPr>
          <a:xfrm>
            <a:off x="3256952" y="4118596"/>
            <a:ext cx="180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ME5A</a:t>
            </a:r>
          </a:p>
          <a:p>
            <a:pPr algn="ctr"/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單顆長交料預採</a:t>
            </a:r>
          </a:p>
        </p:txBody>
      </p:sp>
      <p:cxnSp>
        <p:nvCxnSpPr>
          <p:cNvPr id="36" name="接點: 肘形 72">
            <a:extLst>
              <a:ext uri="{FF2B5EF4-FFF2-40B4-BE49-F238E27FC236}">
                <a16:creationId xmlns:a16="http://schemas.microsoft.com/office/drawing/2014/main" id="{A0DF88A4-C4F7-8B15-A622-C7C1ABD4D18A}"/>
              </a:ext>
            </a:extLst>
          </p:cNvPr>
          <p:cNvCxnSpPr>
            <a:cxnSpLocks/>
            <a:stCxn id="7" idx="3"/>
            <a:endCxn id="34" idx="1"/>
          </p:cNvCxnSpPr>
          <p:nvPr/>
        </p:nvCxnSpPr>
        <p:spPr>
          <a:xfrm>
            <a:off x="5041289" y="2750307"/>
            <a:ext cx="46703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接點: 肘形 73">
            <a:extLst>
              <a:ext uri="{FF2B5EF4-FFF2-40B4-BE49-F238E27FC236}">
                <a16:creationId xmlns:a16="http://schemas.microsoft.com/office/drawing/2014/main" id="{DE8A2ECC-76B6-8837-1A9E-A721E29887AD}"/>
              </a:ext>
            </a:extLst>
          </p:cNvPr>
          <p:cNvCxnSpPr>
            <a:cxnSpLocks/>
            <a:stCxn id="12" idx="3"/>
            <a:endCxn id="51" idx="1"/>
          </p:cNvCxnSpPr>
          <p:nvPr/>
        </p:nvCxnSpPr>
        <p:spPr>
          <a:xfrm>
            <a:off x="5041289" y="3565004"/>
            <a:ext cx="467032" cy="21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接點: 肘形 73">
            <a:extLst>
              <a:ext uri="{FF2B5EF4-FFF2-40B4-BE49-F238E27FC236}">
                <a16:creationId xmlns:a16="http://schemas.microsoft.com/office/drawing/2014/main" id="{C815C23E-1764-A3DC-C7CE-0FC817651A67}"/>
              </a:ext>
            </a:extLst>
          </p:cNvPr>
          <p:cNvCxnSpPr>
            <a:cxnSpLocks/>
            <a:stCxn id="35" idx="3"/>
            <a:endCxn id="14" idx="1"/>
          </p:cNvCxnSpPr>
          <p:nvPr/>
        </p:nvCxnSpPr>
        <p:spPr>
          <a:xfrm>
            <a:off x="5056952" y="4388596"/>
            <a:ext cx="467031" cy="1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4">
            <a:extLst>
              <a:ext uri="{FF2B5EF4-FFF2-40B4-BE49-F238E27FC236}">
                <a16:creationId xmlns:a16="http://schemas.microsoft.com/office/drawing/2014/main" id="{029EAF00-CA49-C7E6-C119-6FC943EA5FA1}"/>
              </a:ext>
            </a:extLst>
          </p:cNvPr>
          <p:cNvCxnSpPr>
            <a:cxnSpLocks/>
            <a:stCxn id="32" idx="3"/>
            <a:endCxn id="6" idx="1"/>
          </p:cNvCxnSpPr>
          <p:nvPr/>
        </p:nvCxnSpPr>
        <p:spPr>
          <a:xfrm>
            <a:off x="2582004" y="1962109"/>
            <a:ext cx="6592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898B0766-AC42-7CE7-831C-26672913A043}"/>
              </a:ext>
            </a:extLst>
          </p:cNvPr>
          <p:cNvCxnSpPr>
            <a:cxnSpLocks/>
            <a:stCxn id="6" idx="3"/>
            <a:endCxn id="33" idx="1"/>
          </p:cNvCxnSpPr>
          <p:nvPr/>
        </p:nvCxnSpPr>
        <p:spPr>
          <a:xfrm>
            <a:off x="5041289" y="1962109"/>
            <a:ext cx="4670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57">
            <a:extLst>
              <a:ext uri="{FF2B5EF4-FFF2-40B4-BE49-F238E27FC236}">
                <a16:creationId xmlns:a16="http://schemas.microsoft.com/office/drawing/2014/main" id="{913A90F0-9A85-FEAF-B0E1-6BC921970E66}"/>
              </a:ext>
            </a:extLst>
          </p:cNvPr>
          <p:cNvCxnSpPr>
            <a:cxnSpLocks/>
            <a:stCxn id="17" idx="2"/>
            <a:endCxn id="179" idx="0"/>
          </p:cNvCxnSpPr>
          <p:nvPr/>
        </p:nvCxnSpPr>
        <p:spPr>
          <a:xfrm>
            <a:off x="8747310" y="2742589"/>
            <a:ext cx="7831" cy="301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接點: 肘形 175">
            <a:extLst>
              <a:ext uri="{FF2B5EF4-FFF2-40B4-BE49-F238E27FC236}">
                <a16:creationId xmlns:a16="http://schemas.microsoft.com/office/drawing/2014/main" id="{ACAC22C6-9866-9B57-70E1-CD3E10F64572}"/>
              </a:ext>
            </a:extLst>
          </p:cNvPr>
          <p:cNvCxnSpPr>
            <a:cxnSpLocks/>
            <a:stCxn id="19" idx="3"/>
            <a:endCxn id="28" idx="1"/>
          </p:cNvCxnSpPr>
          <p:nvPr/>
        </p:nvCxnSpPr>
        <p:spPr>
          <a:xfrm flipV="1">
            <a:off x="9541648" y="3274724"/>
            <a:ext cx="654484" cy="18958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78529215-04CC-A020-82AC-08D53EB1BE2F}"/>
              </a:ext>
            </a:extLst>
          </p:cNvPr>
          <p:cNvSpPr/>
          <p:nvPr/>
        </p:nvSpPr>
        <p:spPr>
          <a:xfrm>
            <a:off x="5508321" y="3297191"/>
            <a:ext cx="1800000" cy="54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ZTGCX0030</a:t>
            </a:r>
            <a:b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MCR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</a:p>
        </p:txBody>
      </p:sp>
      <p:cxnSp>
        <p:nvCxnSpPr>
          <p:cNvPr id="130" name="接點: 肘形 129">
            <a:extLst>
              <a:ext uri="{FF2B5EF4-FFF2-40B4-BE49-F238E27FC236}">
                <a16:creationId xmlns:a16="http://schemas.microsoft.com/office/drawing/2014/main" id="{99380318-583E-00C6-6E17-B2F37B9009C7}"/>
              </a:ext>
            </a:extLst>
          </p:cNvPr>
          <p:cNvCxnSpPr>
            <a:cxnSpLocks/>
            <a:stCxn id="51" idx="3"/>
            <a:endCxn id="17" idx="1"/>
          </p:cNvCxnSpPr>
          <p:nvPr/>
        </p:nvCxnSpPr>
        <p:spPr>
          <a:xfrm flipV="1">
            <a:off x="7308321" y="2436024"/>
            <a:ext cx="628989" cy="11311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接點: 肘形 132">
            <a:extLst>
              <a:ext uri="{FF2B5EF4-FFF2-40B4-BE49-F238E27FC236}">
                <a16:creationId xmlns:a16="http://schemas.microsoft.com/office/drawing/2014/main" id="{356059DC-1454-8B82-32F4-934E033FC322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V="1">
            <a:off x="7308321" y="5170528"/>
            <a:ext cx="613327" cy="70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接點: 肘形 135">
            <a:extLst>
              <a:ext uri="{FF2B5EF4-FFF2-40B4-BE49-F238E27FC236}">
                <a16:creationId xmlns:a16="http://schemas.microsoft.com/office/drawing/2014/main" id="{A372D894-D097-5E28-BE38-050F65DF2E24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7323983" y="2436024"/>
            <a:ext cx="613327" cy="19543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接點: 肘形 152">
            <a:extLst>
              <a:ext uri="{FF2B5EF4-FFF2-40B4-BE49-F238E27FC236}">
                <a16:creationId xmlns:a16="http://schemas.microsoft.com/office/drawing/2014/main" id="{CD74626A-40FA-06E7-5740-5BF5B9853A72}"/>
              </a:ext>
            </a:extLst>
          </p:cNvPr>
          <p:cNvCxnSpPr>
            <a:cxnSpLocks/>
            <a:stCxn id="18" idx="3"/>
            <a:endCxn id="28" idx="1"/>
          </p:cNvCxnSpPr>
          <p:nvPr/>
        </p:nvCxnSpPr>
        <p:spPr>
          <a:xfrm flipV="1">
            <a:off x="9557310" y="3274724"/>
            <a:ext cx="638822" cy="9713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矩形 178">
            <a:extLst>
              <a:ext uri="{FF2B5EF4-FFF2-40B4-BE49-F238E27FC236}">
                <a16:creationId xmlns:a16="http://schemas.microsoft.com/office/drawing/2014/main" id="{D7405B41-1721-96BE-FF8F-5FF066FE2756}"/>
              </a:ext>
            </a:extLst>
          </p:cNvPr>
          <p:cNvSpPr/>
          <p:nvPr/>
        </p:nvSpPr>
        <p:spPr>
          <a:xfrm>
            <a:off x="7945141" y="3044290"/>
            <a:ext cx="1620000" cy="5920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ZTGCX0029 </a:t>
            </a:r>
          </a:p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庫存餘數查詢</a:t>
            </a:r>
          </a:p>
        </p:txBody>
      </p:sp>
      <p:cxnSp>
        <p:nvCxnSpPr>
          <p:cNvPr id="180" name="直線箭頭接點 57">
            <a:extLst>
              <a:ext uri="{FF2B5EF4-FFF2-40B4-BE49-F238E27FC236}">
                <a16:creationId xmlns:a16="http://schemas.microsoft.com/office/drawing/2014/main" id="{DBBFCB04-3BC2-ABB4-D6FB-722097B0EBDE}"/>
              </a:ext>
            </a:extLst>
          </p:cNvPr>
          <p:cNvCxnSpPr>
            <a:cxnSpLocks/>
            <a:stCxn id="179" idx="2"/>
            <a:endCxn id="18" idx="0"/>
          </p:cNvCxnSpPr>
          <p:nvPr/>
        </p:nvCxnSpPr>
        <p:spPr>
          <a:xfrm flipH="1">
            <a:off x="8747310" y="3636374"/>
            <a:ext cx="7831" cy="3074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矩形 192">
            <a:extLst>
              <a:ext uri="{FF2B5EF4-FFF2-40B4-BE49-F238E27FC236}">
                <a16:creationId xmlns:a16="http://schemas.microsoft.com/office/drawing/2014/main" id="{5F72F730-0BD4-E443-680E-CC8DBFC6ADEE}"/>
              </a:ext>
            </a:extLst>
          </p:cNvPr>
          <p:cNvSpPr/>
          <p:nvPr/>
        </p:nvSpPr>
        <p:spPr>
          <a:xfrm>
            <a:off x="3249121" y="5723142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ZPRP047</a:t>
            </a:r>
          </a:p>
          <a:p>
            <a:pPr algn="ctr"/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整台份</a:t>
            </a:r>
            <a:r>
              <a:rPr lang="zh-TW" altLang="en-US" sz="1200"/>
              <a:t>下階布類預採</a:t>
            </a:r>
            <a:endParaRPr lang="zh-TW" altLang="en-US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70CDB1F5-ED3D-8370-6EED-63720BA3D9BE}"/>
              </a:ext>
            </a:extLst>
          </p:cNvPr>
          <p:cNvSpPr/>
          <p:nvPr/>
        </p:nvSpPr>
        <p:spPr>
          <a:xfrm>
            <a:off x="5500490" y="5723759"/>
            <a:ext cx="180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ZXQ07</a:t>
            </a:r>
            <a:b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單批次上傳</a:t>
            </a:r>
            <a:endParaRPr lang="en-US" altLang="zh-TW" sz="12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95" name="接點: 肘形 194">
            <a:extLst>
              <a:ext uri="{FF2B5EF4-FFF2-40B4-BE49-F238E27FC236}">
                <a16:creationId xmlns:a16="http://schemas.microsoft.com/office/drawing/2014/main" id="{9DB0B135-FAA6-7F70-091A-664E9006BDBC}"/>
              </a:ext>
            </a:extLst>
          </p:cNvPr>
          <p:cNvCxnSpPr>
            <a:cxnSpLocks/>
            <a:stCxn id="193" idx="3"/>
            <a:endCxn id="194" idx="1"/>
          </p:cNvCxnSpPr>
          <p:nvPr/>
        </p:nvCxnSpPr>
        <p:spPr>
          <a:xfrm>
            <a:off x="5049121" y="5993142"/>
            <a:ext cx="451369" cy="6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矩形 195">
            <a:extLst>
              <a:ext uri="{FF2B5EF4-FFF2-40B4-BE49-F238E27FC236}">
                <a16:creationId xmlns:a16="http://schemas.microsoft.com/office/drawing/2014/main" id="{7E16C47C-4BC8-ECF0-9F78-DA107E98EB58}"/>
              </a:ext>
            </a:extLst>
          </p:cNvPr>
          <p:cNvSpPr/>
          <p:nvPr/>
        </p:nvSpPr>
        <p:spPr>
          <a:xfrm>
            <a:off x="7937310" y="5724809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ZXQ08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 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轉出批次上傳</a:t>
            </a:r>
          </a:p>
        </p:txBody>
      </p:sp>
      <p:cxnSp>
        <p:nvCxnSpPr>
          <p:cNvPr id="197" name="接點: 肘形 196">
            <a:extLst>
              <a:ext uri="{FF2B5EF4-FFF2-40B4-BE49-F238E27FC236}">
                <a16:creationId xmlns:a16="http://schemas.microsoft.com/office/drawing/2014/main" id="{BF8047BC-370A-06EC-3ECC-3124390E47FE}"/>
              </a:ext>
            </a:extLst>
          </p:cNvPr>
          <p:cNvCxnSpPr>
            <a:cxnSpLocks/>
            <a:stCxn id="194" idx="3"/>
            <a:endCxn id="196" idx="1"/>
          </p:cNvCxnSpPr>
          <p:nvPr/>
        </p:nvCxnSpPr>
        <p:spPr>
          <a:xfrm>
            <a:off x="7300490" y="5993759"/>
            <a:ext cx="636820" cy="10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接點: 肘形 197">
            <a:extLst>
              <a:ext uri="{FF2B5EF4-FFF2-40B4-BE49-F238E27FC236}">
                <a16:creationId xmlns:a16="http://schemas.microsoft.com/office/drawing/2014/main" id="{79504F19-7743-4F76-7B4D-10B4B3BAC628}"/>
              </a:ext>
            </a:extLst>
          </p:cNvPr>
          <p:cNvCxnSpPr>
            <a:cxnSpLocks/>
            <a:stCxn id="196" idx="3"/>
            <a:endCxn id="28" idx="1"/>
          </p:cNvCxnSpPr>
          <p:nvPr/>
        </p:nvCxnSpPr>
        <p:spPr>
          <a:xfrm flipV="1">
            <a:off x="9557310" y="3274724"/>
            <a:ext cx="638822" cy="27200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D005D47A-87A6-9CAB-0E15-6D60C1E6CFA2}"/>
              </a:ext>
            </a:extLst>
          </p:cNvPr>
          <p:cNvSpPr/>
          <p:nvPr/>
        </p:nvSpPr>
        <p:spPr>
          <a:xfrm>
            <a:off x="10187598" y="2228743"/>
            <a:ext cx="162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ZXQ01/02/03</a:t>
            </a:r>
          </a:p>
          <a:p>
            <a:pPr algn="ctr"/>
            <a:r>
              <a:rPr lang="en-US" altLang="zh-TW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r>
              <a:rPr lang="zh-TW" altLang="en-US" sz="12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申請單</a:t>
            </a:r>
          </a:p>
        </p:txBody>
      </p: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E7BED847-D681-01BA-773F-25A3F66A5F05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9557310" y="2498743"/>
            <a:ext cx="630288" cy="17472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矩形 140">
            <a:extLst>
              <a:ext uri="{FF2B5EF4-FFF2-40B4-BE49-F238E27FC236}">
                <a16:creationId xmlns:a16="http://schemas.microsoft.com/office/drawing/2014/main" id="{A5AB35F5-A6D7-33A3-6B4A-66BE899F3C3D}"/>
              </a:ext>
            </a:extLst>
          </p:cNvPr>
          <p:cNvSpPr/>
          <p:nvPr/>
        </p:nvSpPr>
        <p:spPr>
          <a:xfrm>
            <a:off x="10844755" y="804669"/>
            <a:ext cx="862582" cy="2011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背景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7EEF89FE-6B18-E389-29B0-28F67438C9D3}"/>
              </a:ext>
            </a:extLst>
          </p:cNvPr>
          <p:cNvSpPr/>
          <p:nvPr/>
        </p:nvSpPr>
        <p:spPr>
          <a:xfrm>
            <a:off x="10844755" y="450570"/>
            <a:ext cx="862582" cy="2189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日常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F1A783AA-72B7-6752-BEA4-991E3322089F}"/>
              </a:ext>
            </a:extLst>
          </p:cNvPr>
          <p:cNvSpPr/>
          <p:nvPr/>
        </p:nvSpPr>
        <p:spPr>
          <a:xfrm>
            <a:off x="10844755" y="1158945"/>
            <a:ext cx="862582" cy="1996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NA</a:t>
            </a:r>
            <a:endParaRPr lang="zh-TW" alt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BDDAFB2-A3CB-D1CE-68A1-930E21EE7F7B}"/>
              </a:ext>
            </a:extLst>
          </p:cNvPr>
          <p:cNvSpPr/>
          <p:nvPr/>
        </p:nvSpPr>
        <p:spPr>
          <a:xfrm>
            <a:off x="150740" y="4907569"/>
            <a:ext cx="2851356" cy="13561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* 背景處理程式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ZTGCX0001_SYNC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回寫訂單號碼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ZTGCX0001_UPD_Price 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更新業務價格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ZTGCX0003_PROD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Where Use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找型號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ZTGCX0003_UPD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更新型號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25" name="接點: 弧形 24">
            <a:extLst>
              <a:ext uri="{FF2B5EF4-FFF2-40B4-BE49-F238E27FC236}">
                <a16:creationId xmlns:a16="http://schemas.microsoft.com/office/drawing/2014/main" id="{195A5819-1302-5AAD-5F7B-A73D7AC7887E}"/>
              </a:ext>
            </a:extLst>
          </p:cNvPr>
          <p:cNvCxnSpPr>
            <a:cxnSpLocks/>
            <a:stCxn id="17" idx="3"/>
            <a:endCxn id="6" idx="0"/>
          </p:cNvCxnSpPr>
          <p:nvPr/>
        </p:nvCxnSpPr>
        <p:spPr>
          <a:xfrm flipH="1" flipV="1">
            <a:off x="4141289" y="1692109"/>
            <a:ext cx="5416021" cy="743915"/>
          </a:xfrm>
          <a:prstGeom prst="curvedConnector4">
            <a:avLst>
              <a:gd name="adj1" fmla="val -4221"/>
              <a:gd name="adj2" fmla="val 176415"/>
            </a:avLst>
          </a:prstGeom>
          <a:ln w="28575">
            <a:solidFill>
              <a:srgbClr val="FF0000"/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077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69E6C-9DD5-987F-39D9-44BA3B0CF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738621-5626-BFFE-DD99-DC903C7CD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838" y="484852"/>
            <a:ext cx="10072289" cy="369332"/>
          </a:xfrm>
        </p:spPr>
        <p:txBody>
          <a:bodyPr/>
          <a:lstStyle/>
          <a:p>
            <a:r>
              <a:rPr lang="en-US" altLang="zh-TW" dirty="0"/>
              <a:t>Daily Liability</a:t>
            </a:r>
            <a:r>
              <a:rPr lang="zh-TW" altLang="en-US" dirty="0"/>
              <a:t> 流程示意圖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C41E0-2A3D-3CDA-66F8-6BCF795910B0}"/>
              </a:ext>
            </a:extLst>
          </p:cNvPr>
          <p:cNvSpPr/>
          <p:nvPr/>
        </p:nvSpPr>
        <p:spPr>
          <a:xfrm>
            <a:off x="3241289" y="1692109"/>
            <a:ext cx="180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ZTGCX0001</a:t>
            </a:r>
          </a:p>
          <a:p>
            <a:pPr algn="ctr"/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詢單報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MOQ</a:t>
            </a:r>
            <a:endParaRPr lang="zh-TW" alt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97B711-DE48-B694-B97D-D152C9856E3D}"/>
              </a:ext>
            </a:extLst>
          </p:cNvPr>
          <p:cNvSpPr/>
          <p:nvPr/>
        </p:nvSpPr>
        <p:spPr>
          <a:xfrm>
            <a:off x="3241289" y="2480307"/>
            <a:ext cx="180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ZTGCX0003</a:t>
            </a:r>
          </a:p>
          <a:p>
            <a:pPr algn="ctr"/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訂單取消報庫存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6286AA-D6E4-C556-0C1B-169B06DBBC0F}"/>
              </a:ext>
            </a:extLst>
          </p:cNvPr>
          <p:cNvSpPr/>
          <p:nvPr/>
        </p:nvSpPr>
        <p:spPr>
          <a:xfrm>
            <a:off x="3241289" y="3295004"/>
            <a:ext cx="180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ZPEC006/ZPEC007</a:t>
            </a:r>
          </a:p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MCN 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報庫存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2456BF-FB3F-B0D7-DE85-6BEC55840691}"/>
              </a:ext>
            </a:extLst>
          </p:cNvPr>
          <p:cNvSpPr/>
          <p:nvPr/>
        </p:nvSpPr>
        <p:spPr>
          <a:xfrm>
            <a:off x="5523983" y="4120422"/>
            <a:ext cx="1800000" cy="54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ZTGCX0031</a:t>
            </a:r>
            <a:b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單顆長交轉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endParaRPr lang="zh-TW" alt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6D833-9A48-B112-3114-7BC1BAE304F7}"/>
              </a:ext>
            </a:extLst>
          </p:cNvPr>
          <p:cNvSpPr/>
          <p:nvPr/>
        </p:nvSpPr>
        <p:spPr>
          <a:xfrm>
            <a:off x="7937310" y="2129459"/>
            <a:ext cx="1620000" cy="6131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ZTGCX0026 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Liability 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計算</a:t>
            </a:r>
          </a:p>
        </p:txBody>
      </p: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C7A68EF8-1F09-1182-72FE-D95CD7783EDE}"/>
              </a:ext>
            </a:extLst>
          </p:cNvPr>
          <p:cNvCxnSpPr>
            <a:cxnSpLocks/>
            <a:stCxn id="34" idx="3"/>
            <a:endCxn id="17" idx="1"/>
          </p:cNvCxnSpPr>
          <p:nvPr/>
        </p:nvCxnSpPr>
        <p:spPr>
          <a:xfrm flipV="1">
            <a:off x="7308321" y="2436024"/>
            <a:ext cx="628989" cy="3142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97711A82-9A04-F33A-09E9-9A086C32AACA}"/>
              </a:ext>
            </a:extLst>
          </p:cNvPr>
          <p:cNvCxnSpPr>
            <a:cxnSpLocks/>
            <a:stCxn id="33" idx="3"/>
            <a:endCxn id="17" idx="1"/>
          </p:cNvCxnSpPr>
          <p:nvPr/>
        </p:nvCxnSpPr>
        <p:spPr>
          <a:xfrm>
            <a:off x="7308321" y="1962109"/>
            <a:ext cx="628989" cy="4739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3F8C35B0-FDFC-A77F-AE4A-69CF47444BE1}"/>
              </a:ext>
            </a:extLst>
          </p:cNvPr>
          <p:cNvSpPr/>
          <p:nvPr/>
        </p:nvSpPr>
        <p:spPr>
          <a:xfrm>
            <a:off x="5508321" y="1692109"/>
            <a:ext cx="1800000" cy="54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ZTGCX0019</a:t>
            </a:r>
          </a:p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QQ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6B3A65E-FF30-CD30-0518-6B8F40A89B97}"/>
              </a:ext>
            </a:extLst>
          </p:cNvPr>
          <p:cNvSpPr/>
          <p:nvPr/>
        </p:nvSpPr>
        <p:spPr>
          <a:xfrm>
            <a:off x="5508321" y="2480308"/>
            <a:ext cx="1800000" cy="54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ZTGCX0020</a:t>
            </a:r>
            <a:b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XJ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0AAE68E-F21C-FEE4-DC19-7F2EF63B5B96}"/>
              </a:ext>
            </a:extLst>
          </p:cNvPr>
          <p:cNvSpPr/>
          <p:nvPr/>
        </p:nvSpPr>
        <p:spPr>
          <a:xfrm>
            <a:off x="3256952" y="4118596"/>
            <a:ext cx="1800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ME5A</a:t>
            </a:r>
          </a:p>
          <a:p>
            <a:pPr algn="ctr"/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單顆長交料預採</a:t>
            </a:r>
          </a:p>
        </p:txBody>
      </p:sp>
      <p:cxnSp>
        <p:nvCxnSpPr>
          <p:cNvPr id="36" name="接點: 肘形 72">
            <a:extLst>
              <a:ext uri="{FF2B5EF4-FFF2-40B4-BE49-F238E27FC236}">
                <a16:creationId xmlns:a16="http://schemas.microsoft.com/office/drawing/2014/main" id="{D19ADEA8-EABA-4EEF-0175-E77750830DFC}"/>
              </a:ext>
            </a:extLst>
          </p:cNvPr>
          <p:cNvCxnSpPr>
            <a:cxnSpLocks/>
            <a:stCxn id="7" idx="3"/>
            <a:endCxn id="34" idx="1"/>
          </p:cNvCxnSpPr>
          <p:nvPr/>
        </p:nvCxnSpPr>
        <p:spPr>
          <a:xfrm>
            <a:off x="5041289" y="2750307"/>
            <a:ext cx="46703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接點: 肘形 73">
            <a:extLst>
              <a:ext uri="{FF2B5EF4-FFF2-40B4-BE49-F238E27FC236}">
                <a16:creationId xmlns:a16="http://schemas.microsoft.com/office/drawing/2014/main" id="{A6D4CDF8-EF1A-A2F2-FB13-B638ED14CB9A}"/>
              </a:ext>
            </a:extLst>
          </p:cNvPr>
          <p:cNvCxnSpPr>
            <a:cxnSpLocks/>
            <a:stCxn id="12" idx="3"/>
            <a:endCxn id="51" idx="1"/>
          </p:cNvCxnSpPr>
          <p:nvPr/>
        </p:nvCxnSpPr>
        <p:spPr>
          <a:xfrm>
            <a:off x="5041289" y="3565004"/>
            <a:ext cx="467032" cy="21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接點: 肘形 73">
            <a:extLst>
              <a:ext uri="{FF2B5EF4-FFF2-40B4-BE49-F238E27FC236}">
                <a16:creationId xmlns:a16="http://schemas.microsoft.com/office/drawing/2014/main" id="{734812F0-B784-D350-3193-078409DF9A4D}"/>
              </a:ext>
            </a:extLst>
          </p:cNvPr>
          <p:cNvCxnSpPr>
            <a:cxnSpLocks/>
            <a:stCxn id="35" idx="3"/>
            <a:endCxn id="14" idx="1"/>
          </p:cNvCxnSpPr>
          <p:nvPr/>
        </p:nvCxnSpPr>
        <p:spPr>
          <a:xfrm>
            <a:off x="5056952" y="4388596"/>
            <a:ext cx="467031" cy="1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4B6A84D5-9A90-84E3-016A-DB365552742F}"/>
              </a:ext>
            </a:extLst>
          </p:cNvPr>
          <p:cNvCxnSpPr>
            <a:cxnSpLocks/>
            <a:stCxn id="6" idx="3"/>
            <a:endCxn id="33" idx="1"/>
          </p:cNvCxnSpPr>
          <p:nvPr/>
        </p:nvCxnSpPr>
        <p:spPr>
          <a:xfrm>
            <a:off x="5041289" y="1962109"/>
            <a:ext cx="4670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57">
            <a:extLst>
              <a:ext uri="{FF2B5EF4-FFF2-40B4-BE49-F238E27FC236}">
                <a16:creationId xmlns:a16="http://schemas.microsoft.com/office/drawing/2014/main" id="{E1966CD5-37C3-8942-B95D-17C503400E5A}"/>
              </a:ext>
            </a:extLst>
          </p:cNvPr>
          <p:cNvCxnSpPr>
            <a:cxnSpLocks/>
            <a:stCxn id="17" idx="2"/>
            <a:endCxn id="179" idx="0"/>
          </p:cNvCxnSpPr>
          <p:nvPr/>
        </p:nvCxnSpPr>
        <p:spPr>
          <a:xfrm>
            <a:off x="8747310" y="2742589"/>
            <a:ext cx="7831" cy="301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A0BC6884-0B12-722F-503C-D8176EAC9301}"/>
              </a:ext>
            </a:extLst>
          </p:cNvPr>
          <p:cNvSpPr/>
          <p:nvPr/>
        </p:nvSpPr>
        <p:spPr>
          <a:xfrm>
            <a:off x="5508321" y="3297191"/>
            <a:ext cx="1800000" cy="54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ZTGCX0030</a:t>
            </a:r>
            <a:b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MCR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轉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</a:p>
        </p:txBody>
      </p:sp>
      <p:cxnSp>
        <p:nvCxnSpPr>
          <p:cNvPr id="130" name="接點: 肘形 129">
            <a:extLst>
              <a:ext uri="{FF2B5EF4-FFF2-40B4-BE49-F238E27FC236}">
                <a16:creationId xmlns:a16="http://schemas.microsoft.com/office/drawing/2014/main" id="{83834CF3-B2C0-C472-F90A-F8625C1EBD45}"/>
              </a:ext>
            </a:extLst>
          </p:cNvPr>
          <p:cNvCxnSpPr>
            <a:cxnSpLocks/>
            <a:stCxn id="51" idx="3"/>
            <a:endCxn id="17" idx="1"/>
          </p:cNvCxnSpPr>
          <p:nvPr/>
        </p:nvCxnSpPr>
        <p:spPr>
          <a:xfrm flipV="1">
            <a:off x="7308321" y="2436024"/>
            <a:ext cx="628989" cy="11311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接點: 肘形 135">
            <a:extLst>
              <a:ext uri="{FF2B5EF4-FFF2-40B4-BE49-F238E27FC236}">
                <a16:creationId xmlns:a16="http://schemas.microsoft.com/office/drawing/2014/main" id="{66AA5DE8-0C1E-1627-70A3-65DB8D1F1716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7323983" y="2436024"/>
            <a:ext cx="613327" cy="19543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矩形 178">
            <a:extLst>
              <a:ext uri="{FF2B5EF4-FFF2-40B4-BE49-F238E27FC236}">
                <a16:creationId xmlns:a16="http://schemas.microsoft.com/office/drawing/2014/main" id="{083174A4-5194-D7D3-43CE-31D798EC80DB}"/>
              </a:ext>
            </a:extLst>
          </p:cNvPr>
          <p:cNvSpPr/>
          <p:nvPr/>
        </p:nvSpPr>
        <p:spPr>
          <a:xfrm>
            <a:off x="7945141" y="3044290"/>
            <a:ext cx="1620000" cy="5920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ZTGCX0029 </a:t>
            </a:r>
          </a:p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XQ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庫存餘數查詢</a:t>
            </a: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65D1F039-6DBD-FD5E-B179-B1443685D056}"/>
              </a:ext>
            </a:extLst>
          </p:cNvPr>
          <p:cNvSpPr/>
          <p:nvPr/>
        </p:nvSpPr>
        <p:spPr>
          <a:xfrm>
            <a:off x="10844755" y="804669"/>
            <a:ext cx="862582" cy="2011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背景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681DFC60-68C5-19EF-CB90-E91D6222BF5C}"/>
              </a:ext>
            </a:extLst>
          </p:cNvPr>
          <p:cNvSpPr/>
          <p:nvPr/>
        </p:nvSpPr>
        <p:spPr>
          <a:xfrm>
            <a:off x="10844755" y="450570"/>
            <a:ext cx="862582" cy="2189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日常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C22E3786-1E86-7A53-194B-BD90E7B7B5C1}"/>
              </a:ext>
            </a:extLst>
          </p:cNvPr>
          <p:cNvSpPr/>
          <p:nvPr/>
        </p:nvSpPr>
        <p:spPr>
          <a:xfrm>
            <a:off x="10844755" y="1158945"/>
            <a:ext cx="862582" cy="1996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NA</a:t>
            </a:r>
            <a:endParaRPr lang="zh-TW" alt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38171F6-F744-FAB9-DA77-4F5F3315B727}"/>
              </a:ext>
            </a:extLst>
          </p:cNvPr>
          <p:cNvSpPr/>
          <p:nvPr/>
        </p:nvSpPr>
        <p:spPr>
          <a:xfrm>
            <a:off x="150740" y="4907569"/>
            <a:ext cx="2851356" cy="13561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* 背景處理程式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ZTGCX0001_SYNC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回寫訂單號碼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ZTGCX0001_UPD_Price 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更新業務價格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ZTGCX0003_PROD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Where Use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找型號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ZTGCX0003_UPD</a:t>
            </a:r>
            <a:r>
              <a:rPr lang="zh-TW" altLang="en-US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更新型號</a:t>
            </a:r>
            <a:endParaRPr lang="en-US" altLang="zh-TW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25" name="接點: 弧形 24">
            <a:extLst>
              <a:ext uri="{FF2B5EF4-FFF2-40B4-BE49-F238E27FC236}">
                <a16:creationId xmlns:a16="http://schemas.microsoft.com/office/drawing/2014/main" id="{F415E7B2-355B-EF8D-D557-3BB259434E84}"/>
              </a:ext>
            </a:extLst>
          </p:cNvPr>
          <p:cNvCxnSpPr>
            <a:cxnSpLocks/>
            <a:stCxn id="17" idx="3"/>
            <a:endCxn id="6" idx="0"/>
          </p:cNvCxnSpPr>
          <p:nvPr/>
        </p:nvCxnSpPr>
        <p:spPr>
          <a:xfrm flipH="1" flipV="1">
            <a:off x="4141289" y="1692109"/>
            <a:ext cx="5416021" cy="743915"/>
          </a:xfrm>
          <a:prstGeom prst="curvedConnector4">
            <a:avLst>
              <a:gd name="adj1" fmla="val -4221"/>
              <a:gd name="adj2" fmla="val 176415"/>
            </a:avLst>
          </a:prstGeom>
          <a:ln w="28575">
            <a:solidFill>
              <a:srgbClr val="FF0000"/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24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B2116D-A7BA-1A98-BB9B-DB49FC24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Liability </a:t>
            </a:r>
            <a:r>
              <a:rPr lang="zh-TW" altLang="en-US" dirty="0"/>
              <a:t>月結程序及時間表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1EFA31D-A5A9-9247-BFD8-52F1388A3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372425"/>
              </p:ext>
            </p:extLst>
          </p:nvPr>
        </p:nvGraphicFramePr>
        <p:xfrm>
          <a:off x="841248" y="1319001"/>
          <a:ext cx="10845100" cy="52115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4055">
                  <a:extLst>
                    <a:ext uri="{9D8B030D-6E8A-4147-A177-3AD203B41FA5}">
                      <a16:colId xmlns:a16="http://schemas.microsoft.com/office/drawing/2014/main" val="383990378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711672846"/>
                    </a:ext>
                  </a:extLst>
                </a:gridCol>
                <a:gridCol w="1336371">
                  <a:extLst>
                    <a:ext uri="{9D8B030D-6E8A-4147-A177-3AD203B41FA5}">
                      <a16:colId xmlns:a16="http://schemas.microsoft.com/office/drawing/2014/main" val="3316344963"/>
                    </a:ext>
                  </a:extLst>
                </a:gridCol>
                <a:gridCol w="844674">
                  <a:extLst>
                    <a:ext uri="{9D8B030D-6E8A-4147-A177-3AD203B41FA5}">
                      <a16:colId xmlns:a16="http://schemas.microsoft.com/office/drawing/2014/main" val="365646424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6904915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4691541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3555357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43881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82788499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54565327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914995114"/>
                    </a:ext>
                  </a:extLst>
                </a:gridCol>
              </a:tblGrid>
              <a:tr h="48207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TW" sz="1400" b="1" i="0" u="none" strike="noStrike" dirty="0">
                          <a:effectLst/>
                          <a:latin typeface="Arial" panose="020B0604020202020204" pitchFamily="34" charset="0"/>
                        </a:rPr>
                        <a:t>TASK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TW" sz="1400" b="1" i="0" u="none" strike="noStrike" dirty="0">
                          <a:effectLst/>
                          <a:latin typeface="Arial" panose="020B0604020202020204" pitchFamily="34" charset="0"/>
                        </a:rPr>
                        <a:t>Owner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TW" sz="1400" b="1" i="0" u="none" strike="noStrike" dirty="0">
                          <a:effectLst/>
                          <a:latin typeface="Arial" panose="020B0604020202020204" pitchFamily="34" charset="0"/>
                        </a:rPr>
                        <a:t>TCODE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背景作業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B1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C1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G1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J1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N1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T1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Z1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54040334"/>
                  </a:ext>
                </a:extLst>
              </a:tr>
              <a:tr h="467923">
                <a:tc>
                  <a:txBody>
                    <a:bodyPr/>
                    <a:lstStyle/>
                    <a:p>
                      <a:pPr marL="88900" indent="0" algn="l" fontAlgn="t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QQ</a:t>
                      </a:r>
                      <a:r>
                        <a:rPr lang="zh-TW" altLang="en-US" sz="1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 轉 </a:t>
                      </a:r>
                      <a:r>
                        <a:rPr lang="en-US" altLang="zh-TW" sz="1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XQ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IT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88900" indent="0" algn="l" fontAlgn="t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ZTGCX0019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13670470"/>
                  </a:ext>
                </a:extLst>
              </a:tr>
              <a:tr h="467923">
                <a:tc>
                  <a:txBody>
                    <a:bodyPr/>
                    <a:lstStyle/>
                    <a:p>
                      <a:pPr marL="88900" marR="0" lvl="0" indent="0" algn="l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XJ</a:t>
                      </a: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轉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XQ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88900" marR="0" lvl="0" indent="0" algn="l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0" u="none" strike="noStrike" kern="1200" noProof="0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ZTGCX0020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10663499"/>
                  </a:ext>
                </a:extLst>
              </a:tr>
              <a:tr h="467923">
                <a:tc>
                  <a:txBody>
                    <a:bodyPr/>
                    <a:lstStyle/>
                    <a:p>
                      <a:pPr marL="88900" marR="0" lvl="0" indent="0" algn="l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MCN</a:t>
                      </a: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轉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XQ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IT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88900" marR="0" lvl="0" indent="0" algn="l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0" u="none" strike="noStrike" kern="1200" noProof="0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ZTGCX0030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88806351"/>
                  </a:ext>
                </a:extLst>
              </a:tr>
              <a:tr h="467923">
                <a:tc>
                  <a:txBody>
                    <a:bodyPr/>
                    <a:lstStyle/>
                    <a:p>
                      <a:pPr marL="0" marR="0" lvl="0" indent="0" algn="l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</a:t>
                      </a: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轉 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XQ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0" u="none" strike="noStrike" kern="1200" noProof="0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ZTGCX0031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571538"/>
                  </a:ext>
                </a:extLst>
              </a:tr>
              <a:tr h="46792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 dirty="0">
                          <a:solidFill>
                            <a:srgbClr val="CC0000"/>
                          </a:solidFill>
                        </a:rPr>
                        <a:t>其他調整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生管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業務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0" u="none" strike="noStrike" kern="1200" noProof="0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ZXQ01~08</a:t>
                      </a:r>
                      <a:endParaRPr lang="zh-TW" altLang="en-US" sz="1400" b="1" i="0" u="none" strike="noStrike" kern="1200" dirty="0"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solidFill>
                          <a:srgbClr val="CC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173817"/>
                  </a:ext>
                </a:extLst>
              </a:tr>
              <a:tr h="467923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CC0000"/>
                          </a:solidFill>
                        </a:rPr>
                        <a:t>Liability </a:t>
                      </a:r>
                      <a:r>
                        <a:rPr lang="zh-TW" altLang="en-US" sz="1400" b="1" dirty="0">
                          <a:solidFill>
                            <a:srgbClr val="CC0000"/>
                          </a:solidFill>
                        </a:rPr>
                        <a:t>計算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IT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lang="en-US" altLang="zh-TW" sz="1400" b="1" i="0" u="none" strike="noStrike" kern="1200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ZTGCX0026</a:t>
                      </a:r>
                    </a:p>
                    <a:p>
                      <a:pPr marL="0" indent="0" algn="l"/>
                      <a:r>
                        <a:rPr lang="en-US" altLang="zh-TW" sz="1400" b="1" i="0" u="none" strike="noStrike" kern="1200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ZTGCX0029</a:t>
                      </a:r>
                      <a:endParaRPr lang="zh-TW" altLang="en-US" sz="1400" b="1" i="0" u="none" strike="noStrike" kern="1200" dirty="0">
                        <a:solidFill>
                          <a:srgbClr val="CC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CC0000"/>
                          </a:solidFill>
                        </a:rPr>
                        <a:t>V</a:t>
                      </a:r>
                      <a:endParaRPr lang="zh-TW" altLang="en-US" sz="1400" b="1" dirty="0">
                        <a:solidFill>
                          <a:srgbClr val="CC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每日</a:t>
                      </a:r>
                      <a:endParaRPr kumimoji="0" lang="en-US" altLang="zh-TW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346695"/>
                  </a:ext>
                </a:extLst>
              </a:tr>
              <a:tr h="467923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>
                          <a:solidFill>
                            <a:srgbClr val="0070C0"/>
                          </a:solidFill>
                        </a:rPr>
                        <a:t>XQ </a:t>
                      </a:r>
                      <a:r>
                        <a:rPr lang="zh-TW" altLang="en-US" sz="1400" b="1" dirty="0">
                          <a:solidFill>
                            <a:srgbClr val="0070C0"/>
                          </a:solidFill>
                        </a:rPr>
                        <a:t>轉出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0070C0"/>
                          </a:solidFill>
                        </a:rPr>
                        <a:t>IT</a:t>
                      </a:r>
                      <a:endParaRPr lang="zh-TW" altLang="en-US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0" u="none" strike="noStrike" kern="12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ZTGCX0026B</a:t>
                      </a:r>
                      <a:endParaRPr lang="zh-TW" altLang="en-US" sz="1400" b="1" i="0" u="none" strike="noStrike" kern="12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solidFill>
                            <a:srgbClr val="0070C0"/>
                          </a:solidFill>
                        </a:rPr>
                        <a:t>V</a:t>
                      </a:r>
                      <a:endParaRPr lang="zh-TW" altLang="en-US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每月一日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每月一日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每月一日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每月一日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每月一日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每月一日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每月一日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5516199"/>
                  </a:ext>
                </a:extLst>
              </a:tr>
              <a:tr h="467923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dirty="0"/>
                        <a:t>LL/</a:t>
                      </a:r>
                      <a:r>
                        <a:rPr lang="zh-TW" altLang="en-US" sz="1400" b="1" dirty="0"/>
                        <a:t> 整台份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生管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業務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ZXQ01~08</a:t>
                      </a:r>
                      <a:endParaRPr lang="zh-TW" altLang="en-US" sz="1400" b="1" i="0" u="none" strike="noStrike" kern="1200" noProof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313449"/>
                  </a:ext>
                </a:extLst>
              </a:tr>
              <a:tr h="46792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 dirty="0"/>
                        <a:t>其他調整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生管</a:t>
                      </a:r>
                      <a:r>
                        <a:rPr kumimoji="0" lang="en-US" altLang="zh-TW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業務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ZXQ01~08</a:t>
                      </a:r>
                      <a:endParaRPr lang="zh-TW" altLang="en-US" sz="1400" b="1" i="0" u="none" strike="noStrike" kern="1200" noProof="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每月五日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365571"/>
                  </a:ext>
                </a:extLst>
              </a:tr>
              <a:tr h="46792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 dirty="0"/>
                        <a:t>月結報表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/>
                        <a:t>業務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ZTWRSD0115</a:t>
                      </a:r>
                      <a:endParaRPr lang="zh-TW" altLang="en-US" sz="1400" b="1" i="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每月十日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每月十日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每月十日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每月十日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每月十日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每月十日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55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每月十日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466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292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BB34A3F1-5C78-F335-0FB1-0E278E730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altLang="zh-TW" dirty="0"/>
              <a:t>Liability One </a:t>
            </a:r>
            <a:r>
              <a:rPr lang="zh-TW" altLang="en-US" dirty="0"/>
              <a:t>流程圖</a:t>
            </a:r>
            <a:endParaRPr lang="en-US" altLang="zh-TW" dirty="0"/>
          </a:p>
          <a:p>
            <a:pPr marL="457200" indent="-457200">
              <a:buAutoNum type="arabicPeriod"/>
            </a:pPr>
            <a:r>
              <a:rPr lang="en-US" altLang="zh-TW" dirty="0"/>
              <a:t>TCODE:</a:t>
            </a:r>
            <a:r>
              <a:rPr lang="zh-TW" altLang="en-US" dirty="0"/>
              <a:t> </a:t>
            </a:r>
            <a:r>
              <a:rPr lang="en-US" altLang="zh-TW" dirty="0"/>
              <a:t>ZTGCX0026/</a:t>
            </a:r>
            <a:r>
              <a:rPr lang="zh-TW" altLang="en-US" dirty="0"/>
              <a:t> </a:t>
            </a:r>
            <a:r>
              <a:rPr lang="en-US" altLang="zh-TW" dirty="0"/>
              <a:t>ZTGCX0029</a:t>
            </a:r>
            <a:r>
              <a:rPr lang="zh-TW" altLang="en-US" dirty="0"/>
              <a:t> 計算與查詢</a:t>
            </a:r>
            <a:endParaRPr lang="en-US" altLang="zh-TW" dirty="0"/>
          </a:p>
          <a:p>
            <a:pPr marL="457200" indent="-457200">
              <a:buAutoNum type="arabicPeriod"/>
            </a:pPr>
            <a:r>
              <a:rPr lang="zh-TW" altLang="en-US" dirty="0"/>
              <a:t>未來優化：</a:t>
            </a:r>
            <a:r>
              <a:rPr lang="en-US" altLang="zh-TW" dirty="0"/>
              <a:t>Daily Liability</a:t>
            </a:r>
            <a:endParaRPr lang="zh-TW" altLang="en-US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8F8C4160-14D5-5D32-E644-24BBE327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3446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A09F6-0BF5-8758-F03D-0E60421D9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>
            <a:extLst>
              <a:ext uri="{FF2B5EF4-FFF2-40B4-BE49-F238E27FC236}">
                <a16:creationId xmlns:a16="http://schemas.microsoft.com/office/drawing/2014/main" id="{82C5CD69-FAC9-F304-6E5C-1969285BA6F0}"/>
              </a:ext>
            </a:extLst>
          </p:cNvPr>
          <p:cNvSpPr/>
          <p:nvPr/>
        </p:nvSpPr>
        <p:spPr>
          <a:xfrm>
            <a:off x="1242510" y="1442801"/>
            <a:ext cx="4345308" cy="2096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096963" rtl="0" eaLnBrk="1" fontAlgn="auto" latinLnBrk="0" hangingPunct="1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b="0">
                <a:solidFill>
                  <a:srgbClr val="24242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Liability </a:t>
            </a:r>
            <a:r>
              <a:rPr lang="zh-TW" altLang="en-US" sz="2400" b="0">
                <a:solidFill>
                  <a:srgbClr val="24242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總表</a:t>
            </a:r>
            <a:endParaRPr lang="en-US" altLang="zh-TW" sz="2400" b="0">
              <a:solidFill>
                <a:srgbClr val="24242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defTabSz="1096963">
              <a:lnSpc>
                <a:spcPct val="150000"/>
              </a:lnSpc>
              <a:spcBef>
                <a:spcPts val="1600"/>
              </a:spcBef>
              <a:defRPr/>
            </a:pPr>
            <a:r>
              <a:rPr lang="en-US" altLang="zh-TW" sz="2400">
                <a:solidFill>
                  <a:srgbClr val="24242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IBM Plex Sans" charset="0"/>
              </a:rPr>
              <a:t>Liability &amp; </a:t>
            </a:r>
            <a:r>
              <a:rPr lang="zh-TW" altLang="en-US" sz="2400">
                <a:solidFill>
                  <a:srgbClr val="24242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IBM Plex Sans" charset="0"/>
              </a:rPr>
              <a:t>結餘</a:t>
            </a:r>
            <a:endParaRPr lang="en-US" altLang="zh-TW" sz="2400">
              <a:solidFill>
                <a:srgbClr val="242424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IBM Plex Sans" charset="0"/>
            </a:endParaRPr>
          </a:p>
          <a:p>
            <a:pPr defTabSz="1096963">
              <a:lnSpc>
                <a:spcPct val="150000"/>
              </a:lnSpc>
              <a:spcBef>
                <a:spcPts val="1600"/>
              </a:spcBef>
              <a:defRPr/>
            </a:pPr>
            <a:r>
              <a:rPr lang="en-US" altLang="zh-TW" sz="2400">
                <a:solidFill>
                  <a:srgbClr val="24242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IBM Plex Sans" charset="0"/>
              </a:rPr>
              <a:t>Q&amp;A</a:t>
            </a:r>
            <a:endParaRPr lang="en-US" altLang="zh-TW" sz="2400">
              <a:latin typeface="Microsoft JhengHei" panose="020B0604030504040204" pitchFamily="34" charset="-120"/>
              <a:ea typeface="Microsoft JhengHei" panose="020B0604030504040204" pitchFamily="34" charset="-120"/>
              <a:cs typeface="IBM Plex Sans" charset="0"/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FD174AA7-9DB9-E56B-3B7D-9F336535E19E}"/>
              </a:ext>
            </a:extLst>
          </p:cNvPr>
          <p:cNvGrpSpPr/>
          <p:nvPr/>
        </p:nvGrpSpPr>
        <p:grpSpPr>
          <a:xfrm>
            <a:off x="497724" y="3082442"/>
            <a:ext cx="460800" cy="485833"/>
            <a:chOff x="966320" y="1336257"/>
            <a:chExt cx="460800" cy="605624"/>
          </a:xfrm>
        </p:grpSpPr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849EB458-80F4-FE99-5419-014F3A32C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6320" y="1336257"/>
              <a:ext cx="460800" cy="605624"/>
            </a:xfrm>
            <a:prstGeom prst="rect">
              <a:avLst/>
            </a:prstGeom>
          </p:spPr>
        </p:pic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774206EC-DB60-ABCF-08DF-A3A9C6D7DD96}"/>
                </a:ext>
              </a:extLst>
            </p:cNvPr>
            <p:cNvSpPr/>
            <p:nvPr/>
          </p:nvSpPr>
          <p:spPr bwMode="auto">
            <a:xfrm>
              <a:off x="975946" y="1388812"/>
              <a:ext cx="381216" cy="314859"/>
            </a:xfrm>
            <a:prstGeom prst="ellipse">
              <a:avLst/>
            </a:prstGeom>
            <a:solidFill>
              <a:srgbClr val="37A7D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</a:pPr>
              <a:r>
                <a:rPr lang="en-US" altLang="zh-TW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anose="020B0604020202020204" pitchFamily="34" charset="0"/>
                </a:rPr>
                <a:t>3</a:t>
              </a:r>
              <a:endParaRPr kumimoji="0" lang="zh-TW" altLang="en-US" sz="24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C01C3E8C-C85D-68A5-40B6-F8DB4D49834D}"/>
              </a:ext>
            </a:extLst>
          </p:cNvPr>
          <p:cNvGrpSpPr/>
          <p:nvPr/>
        </p:nvGrpSpPr>
        <p:grpSpPr>
          <a:xfrm>
            <a:off x="533909" y="2305233"/>
            <a:ext cx="460800" cy="485833"/>
            <a:chOff x="966320" y="1336257"/>
            <a:chExt cx="460800" cy="605624"/>
          </a:xfrm>
        </p:grpSpPr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0A5ED56C-74EE-AEEF-891F-7EFCD6AE5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6320" y="1336257"/>
              <a:ext cx="460800" cy="605624"/>
            </a:xfrm>
            <a:prstGeom prst="rect">
              <a:avLst/>
            </a:prstGeom>
          </p:spPr>
        </p:pic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176DF72C-247A-7026-7E19-3E82F278E135}"/>
                </a:ext>
              </a:extLst>
            </p:cNvPr>
            <p:cNvSpPr/>
            <p:nvPr/>
          </p:nvSpPr>
          <p:spPr bwMode="auto">
            <a:xfrm>
              <a:off x="975946" y="1388812"/>
              <a:ext cx="381216" cy="314860"/>
            </a:xfrm>
            <a:prstGeom prst="ellipse">
              <a:avLst/>
            </a:prstGeom>
            <a:solidFill>
              <a:srgbClr val="37A7D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</a:pPr>
              <a:r>
                <a:rPr lang="en-US" altLang="zh-TW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anose="020B0604020202020204" pitchFamily="34" charset="0"/>
                </a:rPr>
                <a:t>2</a:t>
              </a:r>
              <a:endParaRPr kumimoji="0" lang="zh-TW" altLang="en-US" sz="24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510A5F81-5A64-C553-5046-383FDDDEFC55}"/>
              </a:ext>
            </a:extLst>
          </p:cNvPr>
          <p:cNvGrpSpPr/>
          <p:nvPr/>
        </p:nvGrpSpPr>
        <p:grpSpPr>
          <a:xfrm>
            <a:off x="527890" y="1528024"/>
            <a:ext cx="460800" cy="485833"/>
            <a:chOff x="3123532" y="3599454"/>
            <a:chExt cx="460800" cy="605624"/>
          </a:xfrm>
        </p:grpSpPr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CF3E79CC-101F-ABD4-3AC4-4F8F3E295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23532" y="3599454"/>
              <a:ext cx="460800" cy="605624"/>
            </a:xfrm>
            <a:prstGeom prst="rect">
              <a:avLst/>
            </a:prstGeom>
          </p:spPr>
        </p:pic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B1B74477-96AE-4209-77A6-97BD52178060}"/>
                </a:ext>
              </a:extLst>
            </p:cNvPr>
            <p:cNvSpPr/>
            <p:nvPr/>
          </p:nvSpPr>
          <p:spPr bwMode="auto">
            <a:xfrm>
              <a:off x="3133158" y="3652009"/>
              <a:ext cx="381216" cy="314860"/>
            </a:xfrm>
            <a:prstGeom prst="ellipse">
              <a:avLst/>
            </a:prstGeom>
            <a:solidFill>
              <a:srgbClr val="37A7D9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</a:pPr>
              <a:r>
                <a:rPr lang="en-US" altLang="zh-TW" sz="24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anose="020B0604020202020204" pitchFamily="34" charset="0"/>
                </a:rPr>
                <a:t>1</a:t>
              </a:r>
              <a:endParaRPr kumimoji="0" lang="zh-TW" altLang="en-US" sz="24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46" name="Picture Placeholder 21">
            <a:extLst>
              <a:ext uri="{FF2B5EF4-FFF2-40B4-BE49-F238E27FC236}">
                <a16:creationId xmlns:a16="http://schemas.microsoft.com/office/drawing/2014/main" id="{15A5E841-6567-E5F3-D327-0F35A8DB74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l="37881" t="28903" b="-578"/>
          <a:stretch/>
        </p:blipFill>
        <p:spPr>
          <a:xfrm>
            <a:off x="5557652" y="0"/>
            <a:ext cx="6637524" cy="693801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083A3D84-E0AE-6639-09B8-265A6E3B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70" y="413624"/>
            <a:ext cx="11186476" cy="615553"/>
          </a:xfrm>
        </p:spPr>
        <p:txBody>
          <a:bodyPr/>
          <a:lstStyle/>
          <a:p>
            <a:r>
              <a:rPr lang="en-US" sz="4000" b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報告大綱</a:t>
            </a:r>
          </a:p>
        </p:txBody>
      </p:sp>
    </p:spTree>
    <p:extLst>
      <p:ext uri="{BB962C8B-B14F-4D97-AF65-F5344CB8AC3E}">
        <p14:creationId xmlns:p14="http://schemas.microsoft.com/office/powerpoint/2010/main" val="1019930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2022 16x9 white">
  <a:themeElements>
    <a:clrScheme name="SAP_colors_2018">
      <a:dk1>
        <a:srgbClr val="000000"/>
      </a:dk1>
      <a:lt1>
        <a:srgbClr val="FFFFFF"/>
      </a:lt1>
      <a:dk2>
        <a:srgbClr val="999999"/>
      </a:dk2>
      <a:lt2>
        <a:srgbClr val="CCCCCC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760A85"/>
      </a:accent6>
      <a:hlink>
        <a:srgbClr val="008FD3"/>
      </a:hlink>
      <a:folHlink>
        <a:srgbClr val="008FD3"/>
      </a:folHlink>
    </a:clrScheme>
    <a:fontScheme name="SAP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6" id="{6EE3CE7A-E618-354C-A911-C8B540FBF846}" vid="{D6A1CD9D-FAE1-404C-ADBB-39144CF68697}"/>
    </a:ext>
  </a:extLst>
</a:theme>
</file>

<file path=ppt/theme/theme2.xml><?xml version="1.0" encoding="utf-8"?>
<a:theme xmlns:a="http://schemas.openxmlformats.org/drawingml/2006/main" name="4_SAP 2022 16x9 white">
  <a:themeElements>
    <a:clrScheme name="SAP_colors_2018">
      <a:dk1>
        <a:srgbClr val="000000"/>
      </a:dk1>
      <a:lt1>
        <a:srgbClr val="FFFFFF"/>
      </a:lt1>
      <a:dk2>
        <a:srgbClr val="999999"/>
      </a:dk2>
      <a:lt2>
        <a:srgbClr val="CCCCCC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760A85"/>
      </a:accent6>
      <a:hlink>
        <a:srgbClr val="008FD3"/>
      </a:hlink>
      <a:folHlink>
        <a:srgbClr val="008FD3"/>
      </a:folHlink>
    </a:clrScheme>
    <a:fontScheme name="SAP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>
            <a:lumMod val="20000"/>
            <a:lumOff val="80000"/>
          </a:schemeClr>
        </a:solidFill>
        <a:ln w="25400" algn="ctr">
          <a:solidFill>
            <a:schemeClr val="accent1">
              <a:lumMod val="50000"/>
            </a:schemeClr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微軟正黑體" panose="020B0604030504040204" pitchFamily="34" charset="-120"/>
            <a:ea typeface="微軟正黑體" panose="020B0604030504040204" pitchFamily="34" charset="-120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342900" indent="-342900"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buFont typeface="+mj-lt"/>
          <a:buAutoNum type="arabicPeriod"/>
          <a:defRPr sz="2000" kern="0" dirty="0" smtClean="0">
            <a:latin typeface="微軟正黑體" panose="020B0604030504040204" pitchFamily="34" charset="-120"/>
            <a:ea typeface="微軟正黑體" panose="020B0604030504040204" pitchFamily="34" charset="-120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6" id="{6EE3CE7A-E618-354C-A911-C8B540FBF846}" vid="{D6A1CD9D-FAE1-404C-ADBB-39144CF68697}"/>
    </a:ext>
  </a:extLst>
</a:theme>
</file>

<file path=ppt/theme/theme3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1E932B92ED76C8449CDA62695A7C2944" ma:contentTypeVersion="14" ma:contentTypeDescription="建立新的文件。" ma:contentTypeScope="" ma:versionID="b12491fcf88f9eacdc0f1efc4b91f869">
  <xsd:schema xmlns:xsd="http://www.w3.org/2001/XMLSchema" xmlns:xs="http://www.w3.org/2001/XMLSchema" xmlns:p="http://schemas.microsoft.com/office/2006/metadata/properties" xmlns:ns2="7e33fa31-02da-44e4-816d-af01320125eb" xmlns:ns3="7298767c-58d1-4415-9ec5-59f5f2b8349e" targetNamespace="http://schemas.microsoft.com/office/2006/metadata/properties" ma:root="true" ma:fieldsID="610911a4c18cd2a9e25a17fdc57cbb79" ns2:_="" ns3:_="">
    <xsd:import namespace="7e33fa31-02da-44e4-816d-af01320125eb"/>
    <xsd:import namespace="7298767c-58d1-4415-9ec5-59f5f2b8349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33fa31-02da-44e4-816d-af01320125e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98767c-58d1-4415-9ec5-59f5f2b834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影像標籤" ma:readOnly="false" ma:fieldId="{5cf76f15-5ced-4ddc-b409-7134ff3c332f}" ma:taxonomyMulti="true" ma:sspId="79ec5483-5271-446b-8e49-8f0a5be310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{"type":"shape","elementConfiguration":{"image":"{{Form.SAPLogo.SubbrandWhite}}","visibility":"{{IfElse(Equals(Form.SAPLogo.HideSubBrandShape, \"Yes\"), VisibilityType.Hidden, VisibilityType.Visible)}}","disableUpdates":false,"type":"image"}},{"type":"shape","elementConfiguration":{"image":"{{Form.SAPLogo.LogoWhite}}","disableUpdates":false,"type":"image"}}],"slideId":"637836292836106563","enableDocumentContentUpdater":tru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],"slideId":"637879497279774845","enableDocumentContentUpdater":true,"version":"2.0"}]]></TemplafySlideTemplateConfiguration>
</file>

<file path=customXml/item8.xml><?xml version="1.0" encoding="utf-8"?>
<TemplafyFormConfiguration><![CDATA[{"formFields":[{"distinct":false,"hideIfNoUserInteractionRequired":false,"required":true,"autoSelectFirstOption":false,"shareValue":false,"type":"dropDown","dataSourceName":"PPTSubBrandLogos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shareValue":false,"type":"textBox","name":"SpeakerName","label":"Speaker Name"},{"required":false,"placeholder":"","lines":1,"defaultValue":"{{UserProfile.Email}}","shareValue":false,"type":"textBox","name":"Email","label":"Email"}],"formDataEntries":[{"name":"SAPLogo","value":"v54oy93MpsNPTS5TtZIArMpvjCSjHVT9EgU9vy+Tvrs="},{"name":"Classification","value":"ymJrqHtCbqsNqr6XCvK/J3C91AVusHN8CBtsQSVO9ew="},{"name":"Email","value":"aJGJvfM0/Hha464Ot/UQG6TjheJjetgWZ3QBDaQY/gk="}]}]]></TemplafyFormConfiguration>
</file>

<file path=customXml/item9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0.xml><?xml version="1.0" encoding="utf-8"?>
<TemplafyTemplateConfiguration><![CDATA[{"elementsMetadata":[{"elementConfiguration":{"binding":"{{ DataSources.Classification[Form.Classification.Name].Display}}","disableUpdates":false,"type":"text"},"type":"shape","id":"4825ea00-ff3d-4ec9-9a07-ac56bfc623c6"},{"elementConfiguration":{"binding":"{{DataSources.Classification[Form.Classification.Name].Display}}","disableUpdates":false,"type":"text"},"type":"shape","id":"28a4f924-7550-4be3-8955-67ddf588352c"},{"elementConfiguration":{"binding":"{{ DataSources.Classification[Form.Classification.Name].Display}}","disableUpdates":false,"type":"text"},"type":"shape","id":"7c58bb0e-3aee-46bb-ad7d-f78e0598bebc"},{"elementConfiguration":{"image":"{{Form.SAPLogo.LogoWhite}}","disableUpdates":false,"type":"image"},"type":"shape","id":"b5b0a1dd-1a16-421d-a081-b568579b8631"},{"elementConfiguration":{"image":"{{Form.SAPLogo.SubbrandWhite}}","visibility":"{{IfElse(Equals(Form.SAPLogo.HideSubBrandShape, \"Yes\"), VisibilityType.Hidden, VisibilityType.Visible)}}","disableUpdates":false,"type":"image"},"type":"shape","id":"06ab223b-eee0-4ceb-835c-8c9ecbe6b310"},{"elementConfiguration":{"image":"{{Form.SAPLogo.LogoWhite}}","disableUpdates":false,"type":"image"},"type":"shape","id":"61d16e99-dc25-41a1-905d-ebdc821a9347"},{"elementConfiguration":{"image":"{{Form.SAPLogo.SubbrandWhite}}","visibility":"{{IfElse(Equals(Form.SAPLogo.HideSubBrandShape, \"Yes\"), VisibilityType.Hidden, VisibilityType.Visible)}}","disableUpdates":false,"type":"image"},"type":"shape","id":"60ce4d11-8492-43f5-9ec0-2f8ee2da29e1"},{"elementConfiguration":{"binding":"{{DataSources.Classification[Form.Classification.Name].Display}}","disableUpdates":false,"type":"text"},"type":"shape","id":"17f19e71-ec35-4c8d-87a1-212bcd04dc8d"},{"elementConfiguration":{"image":"{{Form.SAPLogo.LogoWhite}}","disableUpdates":false,"type":"image"},"type":"shape","id":"804d7ab1-4653-4195-9d07-47df6abc910a"},{"elementConfiguration":{"binding":"{{DataSources.Classification[Form.Classification.Name].Display}}","disableUpdates":false,"type":"text"},"type":"shape","id":"ff5d3b87-d6af-4e41-aacd-06c5f6e42890"},{"elementConfiguration":{"image":"{{Form.SAPLogo.SubbrandWhite}}","visibility":"{{IfElse(Equals(Form.SAPLogo.HideSubBrandShape, \"Yes\"), VisibilityType.Hidden, VisibilityType.Visible)}}","disableUpdates":false,"type":"image"},"type":"shape","id":"308d834f-c124-4674-bfd7-43f598f7fe11"},{"elementConfiguration":{"image":"{{Form.SAPLogo.LogoWhite}}","disableUpdates":false,"type":"image"},"type":"shape","id":"22987f6c-aac1-4254-9a6d-28764d26bbbb"},{"elementConfiguration":{"image":"{{Form.SAPLogo.SubbrandWhite}}","visibility":"{{IfElse(Equals(Form.SAPLogo.HideSubBrandShape, \"Yes\"), VisibilityType.Hidden, VisibilityType.Visible)}}","disableUpdates":false,"type":"image"},"type":"shape","id":"a86355c1-7436-4f75-b2aa-e52c14efa0aa"},{"elementConfiguration":{"binding":"{{DataSources.Classification[Form.Classification.Name].Display}}","disableUpdates":false,"type":"text"},"type":"shape","id":"516c47fe-7b0a-4e10-b5c0-1e20362dbdfc"},{"elementConfiguration":{"image":"{{Form.SAPLogo.LogoWhite}}","disableUpdates":false,"type":"image"},"type":"shape","id":"759c2f8a-da6e-4bc4-9660-d254e6976d23"},{"elementConfiguration":{"image":"{{Form.SAPLogo.SubbrandWhite}}","visibility":"{{IfElse(Equals(Form.SAPLogo.HideSubBrandShape, \"Yes\"), VisibilityType.Hidden, VisibilityType.Visible)}}","disableUpdates":false,"type":"image"},"type":"shape","id":"2b7faf35-c1df-441d-9737-cb83fb872c1f"},{"elementConfiguration":{"binding":"{{DataSources.Classification[Form.Classification.Name].Display}}","disableUpdates":false,"type":"text"},"type":"shape","id":"fcd1cf79-7c80-4283-92cb-f2d2237458ee"},{"elementConfiguration":{"image":"{{Form.SAPLogo.LogoBlack}}","disableUpdates":false,"type":"image"},"type":"shape","id":"f7f54854-d1c6-4b5f-9297-3cbb1643e388"},{"elementConfiguration":{"image":"{{Form.SAPLogo.SubbrandBlack}}","visibility":"{{IfElse(Equals(Form.SAPLogo.HideSubBrandShape, \"Yes\"), VisibilityType.Hidden, VisibilityType.Visible)}}","disableUpdates":false,"type":"image"},"type":"shape","id":"d0229d25-3b83-4916-b1bd-35793435e9f7"},{"elementConfiguration":{"binding":"{{DataSources.Classification[Form.Classification.Name].Display}}","disableUpdates":false,"type":"text"},"type":"shape","id":"81be5a14-acaa-4900-a731-988e83e2bff9"},{"elementConfiguration":{"binding":"{{FormatDateTime(Form.Date,\"MMMM dd, yyyy\",\"en-US\")}}","disableUpdates":false,"type":"text"},"type":"shape","id":"d352ddfa-9c28-477e-902e-8eeb5ba2b91c"},{"elementConfiguration":{"binding":"{{StringJoin(\", \", Form.SpeakerName,\"SAP\")}}","disableUpdates":false,"type":"text"},"type":"shape","id":"204e3dbb-b65f-48a0-be89-08764fb3bce3"},{"elementConfiguration":{"image":"{{Form.SAPLogo.LogoBlack}}","disableUpdates":false,"type":"image"},"type":"shape","id":"489cfde7-4184-48a9-9aac-2986f95094fb"},{"elementConfiguration":{"binding":"{{DataSources.Classification[Form.Classification.Name].Display}}","disableUpdates":false,"type":"text"},"type":"shape","id":"6537a55c-9d78-4a6f-9764-781710079d13"},{"elementConfiguration":{"image":"{{Form.SAPLogo.SubbrandBlack}}","visibility":"{{IfElse(Equals(Form.SAPLogo.HideSubBrandShape, \"Yes\"), VisibilityType.Hidden, VisibilityType.Visible)}}","disableUpdates":false,"type":"image"},"type":"shape","id":"2b3fbf80-7889-49b1-a20a-282371d2921e"},{"elementConfiguration":{"binding":"{{DataSources.Classification[Form.Classification.Name].Display}}","disableUpdates":false,"type":"text"},"type":"shape","id":"b255b8ee-65e2-4ceb-b1ce-bd1c0e40f9ea"},{"elementConfiguration":{"binding":"{{FormatDateTime(Form.Date,\"MMMM dd, yyyy\",\"en-US\")}}","disableUpdates":false,"type":"text"},"type":"shape","id":"d73c42d9-2e81-4f93-9ecd-81c0b5efbf9e"},{"elementConfiguration":{"binding":"{{StringJoin(\", \", Form.SpeakerName,\"SAP\")}}","disableUpdates":false,"type":"text"},"type":"shape","id":"494c8d92-992a-4907-82d7-2405802e6d36"},{"elementConfiguration":{"image":"{{Form.SAPLogo.LogoBlack}}","disableUpdates":false,"type":"image"},"type":"shape","id":"b9aa55df-a3c1-46f5-85c6-2b90d26daf75"},{"elementConfiguration":{"binding":"{{DataSources.Classification[Form.Classification.Name].Display}}","disableUpdates":false,"type":"text"},"type":"shape","id":"57d66f99-52e2-4275-8d9b-2212c5fd1550"},{"elementConfiguration":{"image":"{{Form.SAPLogo.SubbrandBlack}}","visibility":"{{IfElse(Equals(Form.SAPLogo.HideSubBrandShape, \"Yes\"), VisibilityType.Hidden, VisibilityType.Visible)}}","disableUpdates":false,"type":"image"},"type":"shape","id":"c1ee37b8-8f76-4275-964c-4299ce730f60"},{"elementConfiguration":{"binding":"{{DataSources.Classification[Form.Classification.Name].Display}}","disableUpdates":false,"type":"text"},"type":"shape","id":"617da50b-d74e-4cc1-b42f-ce3c71435a14"},{"elementConfiguration":{"binding":"{{FormatDateTime(Form.Date,\"MMMM dd, yyyy\",\"en-US\")}}","disableUpdates":false,"type":"text"},"type":"shape","id":"dacf4a7c-f4ae-4161-bebd-ff850f607e96"},{"elementConfiguration":{"binding":"{{StringJoin(\", \", Form.SpeakerName,\"SAP\")}}","disableUpdates":false,"type":"text"},"type":"shape","id":"3ba46a6d-2b83-4003-b6d4-a1f0193e0911"},{"elementConfiguration":{"image":"{{Form.SAPLogo.LogoBlack}}","disableUpdates":false,"type":"image"},"type":"shape","id":"c55ea2f1-4d87-43e4-b9a4-d4f594ce107b"},{"elementConfiguration":{"image":"{{Form.SAPLogo.SubbrandBlack}}","visibility":"{{IfElse(Equals(Form.SAPLogo.HideSubBrandShape, \"Yes\"), VisibilityType.Hidden, VisibilityType.Visible)}}","disableUpdates":false,"type":"image"},"type":"shape","id":"751b9858-2e00-4bcf-b77b-535a28eca07b"},{"elementConfiguration":{"binding":"{{Form.SpeakerName}}","disableUpdates":false,"type":"text"},"type":"shape","id":"3ee6c50b-8855-4fe5-ac1c-7d34ab39b149"},{"elementConfiguration":{"binding":"{{Form.Email}}","disableUpdates":false,"type":"text"},"type":"shape","id":"16b068e1-18bf-4f2a-adee-45de28e23855"},{"elementConfiguration":{"binding":"{{FormatDateTime(Form.Date,\"MMMM dd, yyyy\",\"en-US\")}}","disableUpdates":false,"type":"text"},"type":"shape","id":"6fff9820-6cc4-4ea2-98ac-485b6839c5e3"},{"elementConfiguration":{"binding":"{{StringJoin(\", \", Form.SpeakerName,\"SAP\")}}","disableUpdates":false,"type":"text"},"type":"shape","id":"b81f281e-796a-4347-8fd2-e64426687ba1"},{"elementConfiguration":{"binding":"{{StringJoin(\", \", Form.SpeakerName,\"SAP\")}}","disableUpdates":false,"type":"text"},"type":"shape","id":"bb3b4e67-1f39-4061-8153-46ce268ffb7d"},{"elementConfiguration":{"binding":"{{FormatDateTime(Form.Date,\"MMMM dd, yyyy\",\"en-US\")}}","disableUpdates":false,"type":"text"},"type":"shape","id":"dc94d0d5-4632-42b8-b44d-c5492f251b7e"},{"elementConfiguration":{"binding":"{{FormatDateTime(Form.Date,\"MMMM dd, yyyy\",\"en-US\")}}","disableUpdates":false,"type":"text"},"type":"shape","id":"8b3ac0c1-3b48-4147-9304-4f7d39744fdd"},{"elementConfiguration":{"binding":"{{StringJoin(\", \", Form.SpeakerName,\"SAP\")}}","disableUpdates":false,"type":"text"},"type":"shape","id":"0b25bdb0-b98a-4ec1-8724-67cc6b99e241"},{"elementConfiguration":{"binding":"{{FormatDateTime(Form.Date,\"MMMM dd, yyyy\",\"en-US\")}}","disableUpdates":false,"type":"text"},"type":"shape","id":"fbcd4a3c-3a4d-477a-a3e6-6ace7edb6fab"},{"elementConfiguration":{"binding":"{{StringJoin(\", \", Form.SpeakerName,\"SAP\")}}","disableUpdates":false,"type":"text"},"type":"shape","id":"7385d087-faae-48f0-a3cd-143f34b17069"},{"elementConfiguration":{"binding":"{{Form.Email}}","disableUpdates":false,"type":"text"},"type":"shape","id":"8a160dac-7ab6-40f0-b1dd-68473d536d47"},{"elementConfiguration":{"binding":"{{Form.SpeakerName}}","disableUpdates":false,"type":"text"},"type":"shape","id":"13b488b0-a642-4fb5-ad38-99f9c294de59"}],"transformationConfigurations":[],"templateName":"White Template","templateDescription":"","enableDocumentContentUpdater":true,"version":"2.0"}]]></Templafy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slideVersion":1,"isValidatorEnabled":false,"isLocked":false,"elementsMetadata":[{"type":"shape","elementConfiguration":{"image":"{{Form.SAPLogo.SubbrandWhite}}","visibility":"{{IfElse(Equals(Form.SAPLogo.HideSubBrandShape, \"Yes\"), VisibilityType.Hidden, VisibilityType.Visible)}}","disableUpdates":false,"type":"image"}},{"type":"shape","elementConfiguration":{"image":"{{Form.SAPLogo.LogoWhite}}","disableUpdates":false,"type":"image"}}],"slideId":"637836292836062023","enableDocumentContentUpdater":true,"version":"2.0"}]]></TemplafySlideTemplateConfiguration>
</file>

<file path=customXml/item13.xml><?xml version="1.0" encoding="utf-8"?>
<TemplafySlideTemplateConfiguration><![CDATA[{"slideVersion":1,"isValidatorEnabled":false,"isLocked":false,"elementsMetadata":[],"slideId":"637879497279774845","enableDocumentContentUpdater":true,"version":"2.0"}]]></TemplafySlideTemplateConfiguration>
</file>

<file path=customXml/item1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98767c-58d1-4415-9ec5-59f5f2b8349e">
      <Terms xmlns="http://schemas.microsoft.com/office/infopath/2007/PartnerControls"/>
    </lcf76f155ced4ddcb4097134ff3c332f>
  </documentManagement>
</p:properties>
</file>

<file path=customXml/item15.xml><?xml version="1.0" encoding="utf-8"?>
<TemplafySlideTemplateConfiguration><![CDATA[{"slideVersion":1,"isValidatorEnabled":false,"isLocked":false,"elementsMetadata":[],"slideId":"637546847219967368","enableDocumentContentUpdater":false,"version":"2.0"}]]></TemplafySlideTemplateConfiguration>
</file>

<file path=customXml/item16.xml><?xml version="1.0" encoding="utf-8"?>
<TemplafySlideTemplateConfiguration><![CDATA[{"slideVersion":1,"isValidatorEnabled":false,"isLocked":false,"elementsMetadata":[{"elementConfiguration":{"binding":"{{FormatDateTime(Form.Date,\"MMMM dd, yyyy\",\"en-US\")}}","disableUpdates":false,"type":"text"},"type":"shape"},{"elementConfiguration":{"binding":"{{StringJoin(\", \", Form.SpeakerName,\"SAP\")}}","disableUpdates":false,"type":"text"},"type":"shape"},{"elementConfiguration":{"image":"{{Form.SAPLogo.LogoWhite}}","disableUpdates":false,"type":"image"},"type":"shape"},{"elementConfiguration":{"binding":"{{DataSources.Classification[Form.Classification.Name].Display}}","disableUpdates":false,"type":"text"},"type":"shape"},{"elementConfiguration":{"image":"{{Form.SAPLogo.SubbrandWhite}}","visibility":"{{IfElse(Equals(Form.SAPLogo.HideSubBrandShape, \"Yes\"), VisibilityType.Hidden, VisibilityType.Visible)}}","disableUpdates":false,"type":"image"},"type":"shape"}],"slideId":"637879497279470416","enableDocumentContentUpdater":true,"version":"2.0"}]]></TemplafySlideTemplateConfiguration>
</file>

<file path=customXml/item17.xml><?xml version="1.0" encoding="utf-8"?>
<TemplafySlideFormConfiguration><![CDATA[{"formFields":[{"dataSourceName":"PPTSubBrandLogos","dataSourceFieldName":"Name","distinct":false,"hideIfNoUserInteractionRequired":false,"required":true,"autoSelectFirstOption":false,"shareValue":false,"type":"dropDown","name":"SAPLogo","label":"Select Template"},{"dataSourceName":"Classification","dataSourceFieldName":"Name","distinct":false,"hideIfNoUserInteractionRequired":false,"required":true,"autoSelectFirstOption":false,"shareValue":false,"type":"dropDown","name":"Classification","label":"Select Classification"},{"required":false,"shareValue":false,"type":"datePicker","name":"Date","label":"Date"},{"required":false,"placeholder":"","lines":1,"defaultValue":"{{StringJoin(\" \", UserProfile.FirstName,UserProfile.LastName)}}","shareValue":false,"type":"textBox","name":"SpeakerName","label":"Speaker Name"}],"formDataEntries":[]}]]></TemplafySlideFormConfiguration>
</file>

<file path=customXml/itemProps1.xml><?xml version="1.0" encoding="utf-8"?>
<ds:datastoreItem xmlns:ds="http://schemas.openxmlformats.org/officeDocument/2006/customXml" ds:itemID="{94D80D47-574E-49B1-9D71-A68BC25890F8}">
  <ds:schemaRefs>
    <ds:schemaRef ds:uri="7298767c-58d1-4415-9ec5-59f5f2b8349e"/>
    <ds:schemaRef ds:uri="7e33fa31-02da-44e4-816d-af01320125e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0467ADA-75A7-4361-8C2B-20A1B5C79660}">
  <ds:schemaRefs/>
</ds:datastoreItem>
</file>

<file path=customXml/itemProps3.xml><?xml version="1.0" encoding="utf-8"?>
<ds:datastoreItem xmlns:ds="http://schemas.openxmlformats.org/officeDocument/2006/customXml" ds:itemID="{6676DF0E-1FCC-47B2-AA1F-7966BD03FC82}">
  <ds:schemaRefs/>
</ds:datastoreItem>
</file>

<file path=customXml/itemProps4.xml><?xml version="1.0" encoding="utf-8"?>
<ds:datastoreItem xmlns:ds="http://schemas.openxmlformats.org/officeDocument/2006/customXml" ds:itemID="{F9415C09-7C35-4E43-8058-C2F9C640DD7F}">
  <ds:schemaRefs/>
</ds:datastoreItem>
</file>

<file path=customXml/itemProps5.xml><?xml version="1.0" encoding="utf-8"?>
<ds:datastoreItem xmlns:ds="http://schemas.openxmlformats.org/officeDocument/2006/customXml" ds:itemID="{03631D2A-7BD0-4A60-B72B-46102268C312}">
  <ds:schemaRefs/>
</ds:datastoreItem>
</file>

<file path=customXml/itemProps6.xml><?xml version="1.0" encoding="utf-8"?>
<ds:datastoreItem xmlns:ds="http://schemas.openxmlformats.org/officeDocument/2006/customXml" ds:itemID="{1B4ACE74-E029-1B49-B2AE-D1C1187961E6}">
  <ds:schemaRefs/>
</ds:datastoreItem>
</file>

<file path=customXml/itemProps7.xml><?xml version="1.0" encoding="utf-8"?>
<ds:datastoreItem xmlns:ds="http://schemas.openxmlformats.org/officeDocument/2006/customXml" ds:itemID="{44C1352A-5A49-4D44-91F6-06155DB013D8}">
  <ds:schemaRefs/>
</ds:datastoreItem>
</file>

<file path=customXml/itemProps8.xml><?xml version="1.0" encoding="utf-8"?>
<ds:datastoreItem xmlns:ds="http://schemas.openxmlformats.org/officeDocument/2006/customXml" ds:itemID="{CC49FFC8-2FF3-4057-96F0-3BCD1A4F0351}">
  <ds:schemaRefs/>
</ds:datastoreItem>
</file>

<file path=customXml/itemProps9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10.xml><?xml version="1.0" encoding="utf-8"?>
<ds:datastoreItem xmlns:ds="http://schemas.openxmlformats.org/officeDocument/2006/customXml" ds:itemID="{626BBCBB-1894-4E66-BA48-9E91CE3ACBA0}">
  <ds:schemaRefs/>
</ds:datastoreItem>
</file>

<file path=customXml/itemProps11.xml><?xml version="1.0" encoding="utf-8"?>
<ds:datastoreItem xmlns:ds="http://schemas.openxmlformats.org/officeDocument/2006/customXml" ds:itemID="{099A12C3-1BD4-4D9A-BAAC-1927D61656DB}">
  <ds:schemaRefs/>
</ds:datastoreItem>
</file>

<file path=customXml/itemProps12.xml><?xml version="1.0" encoding="utf-8"?>
<ds:datastoreItem xmlns:ds="http://schemas.openxmlformats.org/officeDocument/2006/customXml" ds:itemID="{60143FF3-3290-430A-B2BD-45BEBE6E80B1}">
  <ds:schemaRefs/>
</ds:datastoreItem>
</file>

<file path=customXml/itemProps13.xml><?xml version="1.0" encoding="utf-8"?>
<ds:datastoreItem xmlns:ds="http://schemas.openxmlformats.org/officeDocument/2006/customXml" ds:itemID="{4A1EEDDF-46DF-4E17-8110-A19378484488}">
  <ds:schemaRefs/>
</ds:datastoreItem>
</file>

<file path=customXml/itemProps14.xml><?xml version="1.0" encoding="utf-8"?>
<ds:datastoreItem xmlns:ds="http://schemas.openxmlformats.org/officeDocument/2006/customXml" ds:itemID="{C1422F45-04DB-421D-8796-270006657806}">
  <ds:schemaRefs>
    <ds:schemaRef ds:uri="http://schemas.microsoft.com/office/2006/metadata/properties"/>
    <ds:schemaRef ds:uri="http://schemas.microsoft.com/office/infopath/2007/PartnerControls"/>
    <ds:schemaRef ds:uri="7298767c-58d1-4415-9ec5-59f5f2b8349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7e33fa31-02da-44e4-816d-af01320125eb"/>
    <ds:schemaRef ds:uri="http://www.w3.org/XML/1998/namespace"/>
    <ds:schemaRef ds:uri="http://purl.org/dc/dcmitype/"/>
  </ds:schemaRefs>
</ds:datastoreItem>
</file>

<file path=customXml/itemProps15.xml><?xml version="1.0" encoding="utf-8"?>
<ds:datastoreItem xmlns:ds="http://schemas.openxmlformats.org/officeDocument/2006/customXml" ds:itemID="{CE6C8EE9-E091-493A-9E13-2CE4C3DA7E88}">
  <ds:schemaRefs/>
</ds:datastoreItem>
</file>

<file path=customXml/itemProps16.xml><?xml version="1.0" encoding="utf-8"?>
<ds:datastoreItem xmlns:ds="http://schemas.openxmlformats.org/officeDocument/2006/customXml" ds:itemID="{2FBC90B9-134B-44E1-A7CD-D5DAB3D03FF4}">
  <ds:schemaRefs/>
</ds:datastoreItem>
</file>

<file path=customXml/itemProps17.xml><?xml version="1.0" encoding="utf-8"?>
<ds:datastoreItem xmlns:ds="http://schemas.openxmlformats.org/officeDocument/2006/customXml" ds:itemID="{AB1BA87B-55FB-454D-98C2-550B5D71DC69}">
  <ds:schemaRefs/>
</ds:datastoreItem>
</file>

<file path=docMetadata/LabelInfo.xml><?xml version="1.0" encoding="utf-8"?>
<clbl:labelList xmlns:clbl="http://schemas.microsoft.com/office/2020/mipLabelMetadata">
  <clbl:label id="{d5c5379f-bd82-4962-9571-27ec5e044409}" enabled="1" method="Standard" siteId="{71e18682-eb13-4225-a121-dbaa52d8a5e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1586</Words>
  <Application>Microsoft Office PowerPoint</Application>
  <PresentationFormat>自訂</PresentationFormat>
  <Paragraphs>413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10</vt:i4>
      </vt:variant>
    </vt:vector>
  </HeadingPairs>
  <TitlesOfParts>
    <vt:vector size="21" baseType="lpstr">
      <vt:lpstr>Arial Unicode MS</vt:lpstr>
      <vt:lpstr>微軟正黑體</vt:lpstr>
      <vt:lpstr>微軟正黑體</vt:lpstr>
      <vt:lpstr>Aptos</vt:lpstr>
      <vt:lpstr>Arial</vt:lpstr>
      <vt:lpstr>Courier New</vt:lpstr>
      <vt:lpstr>Symbol</vt:lpstr>
      <vt:lpstr>Wingdings</vt:lpstr>
      <vt:lpstr>Wingdings</vt:lpstr>
      <vt:lpstr>SAP 2022 16x9 white</vt:lpstr>
      <vt:lpstr>4_SAP 2022 16x9 white</vt:lpstr>
      <vt:lpstr>PowerPoint 簡報</vt:lpstr>
      <vt:lpstr>背景說明:  三批大範圍帳務異常處理狀況,  IT仍要持續協助業務應對客人查帳</vt:lpstr>
      <vt:lpstr>Liability ONE上線後 端到端流程 說明</vt:lpstr>
      <vt:lpstr>Liability ONE上線計畫 (決議：採新舊流程影響較小的邏輯變更規格後上線)</vt:lpstr>
      <vt:lpstr>Liability ONE 流程示意圖與開發進度</vt:lpstr>
      <vt:lpstr>Daily Liability 流程示意圖</vt:lpstr>
      <vt:lpstr>Daily Liability 流程示意圖</vt:lpstr>
      <vt:lpstr>Liability 月結程序及時間表</vt:lpstr>
      <vt:lpstr>PowerPoint 簡報</vt:lpstr>
      <vt:lpstr>報告大綱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>SAP</dc:creator>
  <cp:keywords>2022/16:9/white</cp:keywords>
  <dc:description/>
  <cp:lastModifiedBy>Oliver Wang</cp:lastModifiedBy>
  <cp:revision>1</cp:revision>
  <dcterms:created xsi:type="dcterms:W3CDTF">2022-10-19T05:40:42Z</dcterms:created>
  <dcterms:modified xsi:type="dcterms:W3CDTF">2026-05-22T07:48:50Z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0x0101001E932B92ED76C8449CDA62695A7C2944</vt:lpwstr>
  </property>
  <property fmtid="{D5CDD505-2E9C-101B-9397-08002B2CF9AE}" pid="4" name="TemplafyTimeStamp">
    <vt:lpwstr>2022-07-04T13:53:54</vt:lpwstr>
  </property>
  <property fmtid="{D5CDD505-2E9C-101B-9397-08002B2CF9AE}" pid="5" name="TemplafyTenantId">
    <vt:lpwstr>sap</vt:lpwstr>
  </property>
  <property fmtid="{D5CDD505-2E9C-101B-9397-08002B2CF9AE}" pid="6" name="TemplafyTemplateId">
    <vt:lpwstr>637750826308903787</vt:lpwstr>
  </property>
  <property fmtid="{D5CDD505-2E9C-101B-9397-08002B2CF9AE}" pid="7" name="TemplafyUserProfileId">
    <vt:lpwstr>637973268234352606</vt:lpwstr>
  </property>
  <property fmtid="{D5CDD505-2E9C-101B-9397-08002B2CF9AE}" pid="8" name="TemplafyLanguageCode">
    <vt:lpwstr>en-US</vt:lpwstr>
  </property>
  <property fmtid="{D5CDD505-2E9C-101B-9397-08002B2CF9AE}" pid="9" name="TemplafyFromBlank">
    <vt:bool>false</vt:bool>
  </property>
  <property fmtid="{D5CDD505-2E9C-101B-9397-08002B2CF9AE}" pid="10" name="MediaServiceImageTags">
    <vt:lpwstr/>
  </property>
</Properties>
</file>