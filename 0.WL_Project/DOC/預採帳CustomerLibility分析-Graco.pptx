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slideLayouts/slideLayout4.xml" ContentType="application/vnd.openxmlformats-officedocument.presentationml.slideLayout+xml"/>
  <Override PartName="/docProps/core.xml" ContentType="application/vnd.openxmlformats-package.core-properties+xml"/>
  <Override PartName="/docMetadata/LabelInfo.xml" ContentType="application/vnd.ms-office.classificationlabels+xml"/>
  <Override PartName="/ppt/slideLayouts/slideLayout7.xml" ContentType="application/vnd.openxmlformats-officedocument.presentationml.slideLayout+xml"/>
  <Override PartName="/docProps/app.xml" ContentType="application/vnd.openxmlformats-officedocument.extended-properties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slideLayouts/slideLayout8.xml" ContentType="application/vnd.openxmlformats-officedocument.presentationml.slideLayout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Masters/slideMaster1.xml" ContentType="application/vnd.openxmlformats-officedocument.presentationml.slideMaster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changesInfos/changesInfo1.xml" ContentType="application/vnd.ms-powerpoint.changesinfo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diagrams/layout1.xml" ContentType="application/vnd.openxmlformats-officedocument.drawingml.diagramLayout+xml"/>
  <Override PartName="/ppt/diagrams/colors1.xml" ContentType="application/vnd.openxmlformats-officedocument.drawingml.diagramColors+xml"/>
  <Override PartName="/ppt/diagrams/data1.xml" ContentType="application/vnd.openxmlformats-officedocument.drawingml.diagramData+xml"/>
  <Override PartName="/ppt/diagrams/drawing1.xml" ContentType="application/vnd.ms-office.drawingml.diagramDrawing+xml"/>
  <Override PartName="/ppt/diagrams/quickStyle1.xml" ContentType="application/vnd.openxmlformats-officedocument.drawingml.diagramStyle+xml"/>
  <Override PartName="/ppt/revisionInfo.xml" ContentType="application/vnd.ms-powerpoint.revisioninfo+xml"/>
  <Override PartName="/ppt/theme/themeOverride1.xml" ContentType="application/vnd.openxmlformats-officedocument.themeOverr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slides/slide17.xml" ContentType="application/vnd.openxmlformats-officedocument.presentationml.slide+xml"/>
  <Override PartName="/ppt/theme/theme2.xml" ContentType="application/vnd.openxmlformats-officedocument.theme+xml"/>
  <Override PartName="/ppt/slides/slide18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openxmlformats.org/officeDocument/2006/relationships/custom-properties" Target="docProps/custom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64" r:id="rId5"/>
    <p:sldId id="263" r:id="rId6"/>
    <p:sldId id="285" r:id="rId7"/>
    <p:sldId id="276" r:id="rId8"/>
    <p:sldId id="284" r:id="rId9"/>
    <p:sldId id="286" r:id="rId10"/>
    <p:sldId id="277" r:id="rId11"/>
    <p:sldId id="266" r:id="rId12"/>
    <p:sldId id="274" r:id="rId13"/>
    <p:sldId id="275" r:id="rId14"/>
    <p:sldId id="279" r:id="rId15"/>
    <p:sldId id="265" r:id="rId16"/>
    <p:sldId id="280" r:id="rId17"/>
    <p:sldId id="287" r:id="rId18"/>
    <p:sldId id="282" r:id="rId19"/>
    <p:sldId id="283" r:id="rId20"/>
    <p:sldId id="262" r:id="rId21"/>
    <p:sldId id="260" r:id="rId22"/>
    <p:sldId id="278" r:id="rId23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BEF519B-54BD-489E-9C0E-100FA1D83D21}" v="898" dt="2026-04-16T03:25:52.095"/>
    <p1510:client id="{144C2777-79BE-4D76-905A-458C7794A67F}" v="98" dt="2026-04-16T03:08:40.187"/>
    <p1510:client id="{18192BF6-BC11-48C1-98B1-213D5B4C213A}" v="406" dt="2026-04-15T10:49:15.848"/>
    <p1510:client id="{516D9848-6BF6-E69B-291A-D3806571FF14}" v="116" dt="2026-04-15T15:07:18.495"/>
    <p1510:client id="{72220914-EF96-4E4D-A59E-5975EB1643E6}" v="4" dt="2026-04-15T09:23:05.906"/>
    <p1510:client id="{B9D67E0A-E928-460B-ADF1-72038190B2CF}" v="3776" dt="2026-04-16T02:52:59.40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33" Type="http://schemas.openxmlformats.org/officeDocument/2006/relationships/customXml" Target="../customXml/item3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openxmlformats.org/officeDocument/2006/relationships/customXml" Target="../customXml/item2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customXml" Target="../customXml/item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Relationship Id="rId30" Type="http://schemas.microsoft.com/office/2015/10/relationships/revisionInfo" Target="revisionInfo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rol Lu" userId="700d71c4-60d7-4e7a-acb4-5fbf50c4028f" providerId="ADAL" clId="{DD877BBC-D7D0-4B11-9FB5-E27AC648B5DF}"/>
    <pc:docChg chg="undo custSel addSld modSld sldOrd">
      <pc:chgData name="Carol Lu" userId="700d71c4-60d7-4e7a-acb4-5fbf50c4028f" providerId="ADAL" clId="{DD877BBC-D7D0-4B11-9FB5-E27AC648B5DF}" dt="2026-04-16T03:25:52.094" v="1331" actId="166"/>
      <pc:docMkLst>
        <pc:docMk/>
      </pc:docMkLst>
      <pc:sldChg chg="modSp mod">
        <pc:chgData name="Carol Lu" userId="700d71c4-60d7-4e7a-acb4-5fbf50c4028f" providerId="ADAL" clId="{DD877BBC-D7D0-4B11-9FB5-E27AC648B5DF}" dt="2026-04-16T03:09:59.939" v="1330" actId="207"/>
        <pc:sldMkLst>
          <pc:docMk/>
          <pc:sldMk cId="2928657015" sldId="258"/>
        </pc:sldMkLst>
        <pc:graphicFrameChg chg="mod modGraphic">
          <ac:chgData name="Carol Lu" userId="700d71c4-60d7-4e7a-acb4-5fbf50c4028f" providerId="ADAL" clId="{DD877BBC-D7D0-4B11-9FB5-E27AC648B5DF}" dt="2026-04-16T03:09:59.939" v="1330" actId="207"/>
          <ac:graphicFrameMkLst>
            <pc:docMk/>
            <pc:sldMk cId="2928657015" sldId="258"/>
            <ac:graphicFrameMk id="25" creationId="{D91E023C-F684-52A7-4A57-A8E822EC8AF0}"/>
          </ac:graphicFrameMkLst>
        </pc:graphicFrameChg>
      </pc:sldChg>
      <pc:sldChg chg="addSp delSp modSp mod">
        <pc:chgData name="Carol Lu" userId="700d71c4-60d7-4e7a-acb4-5fbf50c4028f" providerId="ADAL" clId="{DD877BBC-D7D0-4B11-9FB5-E27AC648B5DF}" dt="2026-04-16T03:25:52.094" v="1331" actId="166"/>
        <pc:sldMkLst>
          <pc:docMk/>
          <pc:sldMk cId="3610166572" sldId="263"/>
        </pc:sldMkLst>
        <pc:spChg chg="ord">
          <ac:chgData name="Carol Lu" userId="700d71c4-60d7-4e7a-acb4-5fbf50c4028f" providerId="ADAL" clId="{DD877BBC-D7D0-4B11-9FB5-E27AC648B5DF}" dt="2026-04-16T03:25:52.094" v="1331" actId="166"/>
          <ac:spMkLst>
            <pc:docMk/>
            <pc:sldMk cId="3610166572" sldId="263"/>
            <ac:spMk id="14" creationId="{532EF9DB-F425-B827-5172-85C175164093}"/>
          </ac:spMkLst>
        </pc:spChg>
        <pc:picChg chg="add mod">
          <ac:chgData name="Carol Lu" userId="700d71c4-60d7-4e7a-acb4-5fbf50c4028f" providerId="ADAL" clId="{DD877BBC-D7D0-4B11-9FB5-E27AC648B5DF}" dt="2026-04-16T02:50:15.086" v="1149" actId="1076"/>
          <ac:picMkLst>
            <pc:docMk/>
            <pc:sldMk cId="3610166572" sldId="263"/>
            <ac:picMk id="4" creationId="{368CCF78-F746-7C4E-4EC5-B1C000D8A6E7}"/>
          </ac:picMkLst>
        </pc:picChg>
        <pc:picChg chg="del mod">
          <ac:chgData name="Carol Lu" userId="700d71c4-60d7-4e7a-acb4-5fbf50c4028f" providerId="ADAL" clId="{DD877BBC-D7D0-4B11-9FB5-E27AC648B5DF}" dt="2026-04-16T02:50:04.770" v="1146" actId="478"/>
          <ac:picMkLst>
            <pc:docMk/>
            <pc:sldMk cId="3610166572" sldId="263"/>
            <ac:picMk id="13" creationId="{58B4365B-4099-986A-5F3C-13B7C4FD5B6E}"/>
          </ac:picMkLst>
        </pc:picChg>
      </pc:sldChg>
      <pc:sldChg chg="modSp mod">
        <pc:chgData name="Carol Lu" userId="700d71c4-60d7-4e7a-acb4-5fbf50c4028f" providerId="ADAL" clId="{DD877BBC-D7D0-4B11-9FB5-E27AC648B5DF}" dt="2026-04-16T02:34:45.676" v="1145" actId="20577"/>
        <pc:sldMkLst>
          <pc:docMk/>
          <pc:sldMk cId="805640888" sldId="264"/>
        </pc:sldMkLst>
        <pc:spChg chg="mod">
          <ac:chgData name="Carol Lu" userId="700d71c4-60d7-4e7a-acb4-5fbf50c4028f" providerId="ADAL" clId="{DD877BBC-D7D0-4B11-9FB5-E27AC648B5DF}" dt="2026-04-16T02:34:39.064" v="1144" actId="20577"/>
          <ac:spMkLst>
            <pc:docMk/>
            <pc:sldMk cId="805640888" sldId="264"/>
            <ac:spMk id="4" creationId="{500EF154-4C8C-267A-4918-034671801BDD}"/>
          </ac:spMkLst>
        </pc:spChg>
        <pc:spChg chg="mod">
          <ac:chgData name="Carol Lu" userId="700d71c4-60d7-4e7a-acb4-5fbf50c4028f" providerId="ADAL" clId="{DD877BBC-D7D0-4B11-9FB5-E27AC648B5DF}" dt="2026-04-16T02:34:45.676" v="1145" actId="20577"/>
          <ac:spMkLst>
            <pc:docMk/>
            <pc:sldMk cId="805640888" sldId="264"/>
            <ac:spMk id="5" creationId="{F1280303-F82F-382F-FD18-E5EB76D0EF80}"/>
          </ac:spMkLst>
        </pc:spChg>
      </pc:sldChg>
      <pc:sldChg chg="addSp delSp modSp add mod ord">
        <pc:chgData name="Carol Lu" userId="700d71c4-60d7-4e7a-acb4-5fbf50c4028f" providerId="ADAL" clId="{DD877BBC-D7D0-4B11-9FB5-E27AC648B5DF}" dt="2026-04-15T09:45:43.252" v="537" actId="20577"/>
        <pc:sldMkLst>
          <pc:docMk/>
          <pc:sldMk cId="859784006" sldId="265"/>
        </pc:sldMkLst>
        <pc:spChg chg="mod">
          <ac:chgData name="Carol Lu" userId="700d71c4-60d7-4e7a-acb4-5fbf50c4028f" providerId="ADAL" clId="{DD877BBC-D7D0-4B11-9FB5-E27AC648B5DF}" dt="2026-04-15T09:45:06.233" v="474" actId="6549"/>
          <ac:spMkLst>
            <pc:docMk/>
            <pc:sldMk cId="859784006" sldId="265"/>
            <ac:spMk id="2" creationId="{1203B17B-F4DB-B318-0126-A71E28EBDB3C}"/>
          </ac:spMkLst>
        </pc:spChg>
        <pc:spChg chg="mod">
          <ac:chgData name="Carol Lu" userId="700d71c4-60d7-4e7a-acb4-5fbf50c4028f" providerId="ADAL" clId="{DD877BBC-D7D0-4B11-9FB5-E27AC648B5DF}" dt="2026-04-15T09:45:43.252" v="537" actId="20577"/>
          <ac:spMkLst>
            <pc:docMk/>
            <pc:sldMk cId="859784006" sldId="265"/>
            <ac:spMk id="4" creationId="{95EAE73E-0D91-080A-6394-89C85F9D1956}"/>
          </ac:spMkLst>
        </pc:spChg>
        <pc:spChg chg="del">
          <ac:chgData name="Carol Lu" userId="700d71c4-60d7-4e7a-acb4-5fbf50c4028f" providerId="ADAL" clId="{DD877BBC-D7D0-4B11-9FB5-E27AC648B5DF}" dt="2026-04-15T09:31:48.926" v="22" actId="478"/>
          <ac:spMkLst>
            <pc:docMk/>
            <pc:sldMk cId="859784006" sldId="265"/>
            <ac:spMk id="5" creationId="{EA3ACEB5-1633-1213-77D0-C7FD84F11980}"/>
          </ac:spMkLst>
        </pc:spChg>
        <pc:spChg chg="del">
          <ac:chgData name="Carol Lu" userId="700d71c4-60d7-4e7a-acb4-5fbf50c4028f" providerId="ADAL" clId="{DD877BBC-D7D0-4B11-9FB5-E27AC648B5DF}" dt="2026-04-15T09:31:52.166" v="24" actId="478"/>
          <ac:spMkLst>
            <pc:docMk/>
            <pc:sldMk cId="859784006" sldId="265"/>
            <ac:spMk id="6" creationId="{85AFBAD9-43B7-767B-FAB4-85CAAE5A2924}"/>
          </ac:spMkLst>
        </pc:spChg>
        <pc:spChg chg="add del mod">
          <ac:chgData name="Carol Lu" userId="700d71c4-60d7-4e7a-acb4-5fbf50c4028f" providerId="ADAL" clId="{DD877BBC-D7D0-4B11-9FB5-E27AC648B5DF}" dt="2026-04-15T09:31:51.287" v="23" actId="478"/>
          <ac:spMkLst>
            <pc:docMk/>
            <pc:sldMk cId="859784006" sldId="265"/>
            <ac:spMk id="7" creationId="{344DCBB3-3717-38ED-367B-41EDBFDFC6D6}"/>
          </ac:spMkLst>
        </pc:spChg>
      </pc:sldChg>
      <pc:sldChg chg="modSp mod">
        <pc:chgData name="Carol Lu" userId="700d71c4-60d7-4e7a-acb4-5fbf50c4028f" providerId="ADAL" clId="{DD877BBC-D7D0-4B11-9FB5-E27AC648B5DF}" dt="2026-04-16T01:19:15.063" v="944" actId="207"/>
        <pc:sldMkLst>
          <pc:docMk/>
          <pc:sldMk cId="797914646" sldId="266"/>
        </pc:sldMkLst>
        <pc:spChg chg="mod">
          <ac:chgData name="Carol Lu" userId="700d71c4-60d7-4e7a-acb4-5fbf50c4028f" providerId="ADAL" clId="{DD877BBC-D7D0-4B11-9FB5-E27AC648B5DF}" dt="2026-04-16T01:19:15.063" v="944" actId="207"/>
          <ac:spMkLst>
            <pc:docMk/>
            <pc:sldMk cId="797914646" sldId="266"/>
            <ac:spMk id="2" creationId="{85512DBE-2F5A-384C-2A99-BBF50EA9C092}"/>
          </ac:spMkLst>
        </pc:spChg>
        <pc:spChg chg="mod">
          <ac:chgData name="Carol Lu" userId="700d71c4-60d7-4e7a-acb4-5fbf50c4028f" providerId="ADAL" clId="{DD877BBC-D7D0-4B11-9FB5-E27AC648B5DF}" dt="2026-04-16T00:59:10.042" v="713" actId="20577"/>
          <ac:spMkLst>
            <pc:docMk/>
            <pc:sldMk cId="797914646" sldId="266"/>
            <ac:spMk id="4" creationId="{E0262279-AAB8-05E5-BDDE-A7CE61914828}"/>
          </ac:spMkLst>
        </pc:spChg>
      </pc:sldChg>
      <pc:sldChg chg="modSp mod">
        <pc:chgData name="Carol Lu" userId="700d71c4-60d7-4e7a-acb4-5fbf50c4028f" providerId="ADAL" clId="{DD877BBC-D7D0-4B11-9FB5-E27AC648B5DF}" dt="2026-04-16T02:59:21.271" v="1322" actId="20577"/>
        <pc:sldMkLst>
          <pc:docMk/>
          <pc:sldMk cId="1740008543" sldId="274"/>
        </pc:sldMkLst>
        <pc:spChg chg="mod">
          <ac:chgData name="Carol Lu" userId="700d71c4-60d7-4e7a-acb4-5fbf50c4028f" providerId="ADAL" clId="{DD877BBC-D7D0-4B11-9FB5-E27AC648B5DF}" dt="2026-04-16T01:19:26.270" v="946" actId="207"/>
          <ac:spMkLst>
            <pc:docMk/>
            <pc:sldMk cId="1740008543" sldId="274"/>
            <ac:spMk id="2" creationId="{134C39C8-CC70-C15C-25C5-C465B01292E3}"/>
          </ac:spMkLst>
        </pc:spChg>
        <pc:spChg chg="mod">
          <ac:chgData name="Carol Lu" userId="700d71c4-60d7-4e7a-acb4-5fbf50c4028f" providerId="ADAL" clId="{DD877BBC-D7D0-4B11-9FB5-E27AC648B5DF}" dt="2026-04-16T02:59:21.271" v="1322" actId="20577"/>
          <ac:spMkLst>
            <pc:docMk/>
            <pc:sldMk cId="1740008543" sldId="274"/>
            <ac:spMk id="4" creationId="{336AAF6E-89E9-751D-2952-289E2DD571F1}"/>
          </ac:spMkLst>
        </pc:spChg>
      </pc:sldChg>
      <pc:sldChg chg="modSp mod ord">
        <pc:chgData name="Carol Lu" userId="700d71c4-60d7-4e7a-acb4-5fbf50c4028f" providerId="ADAL" clId="{DD877BBC-D7D0-4B11-9FB5-E27AC648B5DF}" dt="2026-04-16T01:21:36.071" v="987" actId="20577"/>
        <pc:sldMkLst>
          <pc:docMk/>
          <pc:sldMk cId="353133803" sldId="275"/>
        </pc:sldMkLst>
        <pc:spChg chg="mod">
          <ac:chgData name="Carol Lu" userId="700d71c4-60d7-4e7a-acb4-5fbf50c4028f" providerId="ADAL" clId="{DD877BBC-D7D0-4B11-9FB5-E27AC648B5DF}" dt="2026-04-16T01:19:30.039" v="947" actId="207"/>
          <ac:spMkLst>
            <pc:docMk/>
            <pc:sldMk cId="353133803" sldId="275"/>
            <ac:spMk id="2" creationId="{F2046CB4-6E5B-01CD-DCA6-3471F6AC147A}"/>
          </ac:spMkLst>
        </pc:spChg>
        <pc:spChg chg="mod">
          <ac:chgData name="Carol Lu" userId="700d71c4-60d7-4e7a-acb4-5fbf50c4028f" providerId="ADAL" clId="{DD877BBC-D7D0-4B11-9FB5-E27AC648B5DF}" dt="2026-04-16T01:21:36.071" v="987" actId="20577"/>
          <ac:spMkLst>
            <pc:docMk/>
            <pc:sldMk cId="353133803" sldId="275"/>
            <ac:spMk id="4" creationId="{583A4B03-125B-3F93-F393-E163FCD50F82}"/>
          </ac:spMkLst>
        </pc:spChg>
        <pc:picChg chg="mod">
          <ac:chgData name="Carol Lu" userId="700d71c4-60d7-4e7a-acb4-5fbf50c4028f" providerId="ADAL" clId="{DD877BBC-D7D0-4B11-9FB5-E27AC648B5DF}" dt="2026-04-16T01:00:17.416" v="730" actId="1076"/>
          <ac:picMkLst>
            <pc:docMk/>
            <pc:sldMk cId="353133803" sldId="275"/>
            <ac:picMk id="3" creationId="{25940B34-9848-37F3-4B1E-637B7B02ACE7}"/>
          </ac:picMkLst>
        </pc:picChg>
      </pc:sldChg>
      <pc:sldChg chg="addSp delSp modSp mod ord modShow">
        <pc:chgData name="Carol Lu" userId="700d71c4-60d7-4e7a-acb4-5fbf50c4028f" providerId="ADAL" clId="{DD877BBC-D7D0-4B11-9FB5-E27AC648B5DF}" dt="2026-04-16T02:54:50.688" v="1222" actId="729"/>
        <pc:sldMkLst>
          <pc:docMk/>
          <pc:sldMk cId="2653199872" sldId="276"/>
        </pc:sldMkLst>
        <pc:spChg chg="del">
          <ac:chgData name="Carol Lu" userId="700d71c4-60d7-4e7a-acb4-5fbf50c4028f" providerId="ADAL" clId="{DD877BBC-D7D0-4B11-9FB5-E27AC648B5DF}" dt="2026-04-16T00:54:30.129" v="610"/>
          <ac:spMkLst>
            <pc:docMk/>
            <pc:sldMk cId="2653199872" sldId="276"/>
            <ac:spMk id="2" creationId="{84650574-FD6C-242D-EAC3-E40B7102D6EF}"/>
          </ac:spMkLst>
        </pc:spChg>
        <pc:spChg chg="add mod">
          <ac:chgData name="Carol Lu" userId="700d71c4-60d7-4e7a-acb4-5fbf50c4028f" providerId="ADAL" clId="{DD877BBC-D7D0-4B11-9FB5-E27AC648B5DF}" dt="2026-04-16T01:37:56.921" v="1005" actId="6549"/>
          <ac:spMkLst>
            <pc:docMk/>
            <pc:sldMk cId="2653199872" sldId="276"/>
            <ac:spMk id="3" creationId="{EB29ED48-FD0A-ECC6-CD6E-EA2E2E65A2F2}"/>
          </ac:spMkLst>
        </pc:spChg>
        <pc:spChg chg="mod">
          <ac:chgData name="Carol Lu" userId="700d71c4-60d7-4e7a-acb4-5fbf50c4028f" providerId="ADAL" clId="{DD877BBC-D7D0-4B11-9FB5-E27AC648B5DF}" dt="2026-04-16T01:38:51.470" v="1047" actId="207"/>
          <ac:spMkLst>
            <pc:docMk/>
            <pc:sldMk cId="2653199872" sldId="276"/>
            <ac:spMk id="6" creationId="{60582155-F2E1-C8BE-5086-0E93C93553A6}"/>
          </ac:spMkLst>
        </pc:spChg>
        <pc:spChg chg="mod">
          <ac:chgData name="Carol Lu" userId="700d71c4-60d7-4e7a-acb4-5fbf50c4028f" providerId="ADAL" clId="{DD877BBC-D7D0-4B11-9FB5-E27AC648B5DF}" dt="2026-04-16T02:50:55.394" v="1153" actId="20577"/>
          <ac:spMkLst>
            <pc:docMk/>
            <pc:sldMk cId="2653199872" sldId="276"/>
            <ac:spMk id="7" creationId="{5BE6CC18-B58F-4579-5C33-D88D263020D2}"/>
          </ac:spMkLst>
        </pc:spChg>
      </pc:sldChg>
      <pc:sldChg chg="modSp mod ord">
        <pc:chgData name="Carol Lu" userId="700d71c4-60d7-4e7a-acb4-5fbf50c4028f" providerId="ADAL" clId="{DD877BBC-D7D0-4B11-9FB5-E27AC648B5DF}" dt="2026-04-16T02:58:03.798" v="1280" actId="20577"/>
        <pc:sldMkLst>
          <pc:docMk/>
          <pc:sldMk cId="3435749952" sldId="277"/>
        </pc:sldMkLst>
        <pc:spChg chg="mod">
          <ac:chgData name="Carol Lu" userId="700d71c4-60d7-4e7a-acb4-5fbf50c4028f" providerId="ADAL" clId="{DD877BBC-D7D0-4B11-9FB5-E27AC648B5DF}" dt="2026-04-16T02:57:35.072" v="1235" actId="20577"/>
          <ac:spMkLst>
            <pc:docMk/>
            <pc:sldMk cId="3435749952" sldId="277"/>
            <ac:spMk id="2" creationId="{961C6D72-4585-8941-0D17-F595896387BF}"/>
          </ac:spMkLst>
        </pc:spChg>
        <pc:spChg chg="mod">
          <ac:chgData name="Carol Lu" userId="700d71c4-60d7-4e7a-acb4-5fbf50c4028f" providerId="ADAL" clId="{DD877BBC-D7D0-4B11-9FB5-E27AC648B5DF}" dt="2026-04-16T02:58:03.798" v="1280" actId="20577"/>
          <ac:spMkLst>
            <pc:docMk/>
            <pc:sldMk cId="3435749952" sldId="277"/>
            <ac:spMk id="4" creationId="{FEA9DA25-E929-3ED3-0950-EE3924AB6DD2}"/>
          </ac:spMkLst>
        </pc:spChg>
      </pc:sldChg>
      <pc:sldChg chg="modSp mod ord">
        <pc:chgData name="Carol Lu" userId="700d71c4-60d7-4e7a-acb4-5fbf50c4028f" providerId="ADAL" clId="{DD877BBC-D7D0-4B11-9FB5-E27AC648B5DF}" dt="2026-04-16T01:40:57.540" v="1083" actId="20577"/>
        <pc:sldMkLst>
          <pc:docMk/>
          <pc:sldMk cId="115246495" sldId="278"/>
        </pc:sldMkLst>
        <pc:spChg chg="mod">
          <ac:chgData name="Carol Lu" userId="700d71c4-60d7-4e7a-acb4-5fbf50c4028f" providerId="ADAL" clId="{DD877BBC-D7D0-4B11-9FB5-E27AC648B5DF}" dt="2026-04-16T01:40:57.540" v="1083" actId="20577"/>
          <ac:spMkLst>
            <pc:docMk/>
            <pc:sldMk cId="115246495" sldId="278"/>
            <ac:spMk id="2" creationId="{FE52722C-F76D-E497-4CBF-CB298D1F4EAE}"/>
          </ac:spMkLst>
        </pc:spChg>
        <pc:spChg chg="mod">
          <ac:chgData name="Carol Lu" userId="700d71c4-60d7-4e7a-acb4-5fbf50c4028f" providerId="ADAL" clId="{DD877BBC-D7D0-4B11-9FB5-E27AC648B5DF}" dt="2026-04-16T00:53:51.795" v="609" actId="20577"/>
          <ac:spMkLst>
            <pc:docMk/>
            <pc:sldMk cId="115246495" sldId="278"/>
            <ac:spMk id="4" creationId="{60B0F33A-B618-D039-906B-4AF0C3A1C916}"/>
          </ac:spMkLst>
        </pc:spChg>
      </pc:sldChg>
      <pc:sldChg chg="modSp mod ord">
        <pc:chgData name="Carol Lu" userId="700d71c4-60d7-4e7a-acb4-5fbf50c4028f" providerId="ADAL" clId="{DD877BBC-D7D0-4B11-9FB5-E27AC648B5DF}" dt="2026-04-16T01:20:08.386" v="967"/>
        <pc:sldMkLst>
          <pc:docMk/>
          <pc:sldMk cId="3924984399" sldId="279"/>
        </pc:sldMkLst>
        <pc:spChg chg="mod">
          <ac:chgData name="Carol Lu" userId="700d71c4-60d7-4e7a-acb4-5fbf50c4028f" providerId="ADAL" clId="{DD877BBC-D7D0-4B11-9FB5-E27AC648B5DF}" dt="2026-04-16T01:20:03.136" v="965" actId="404"/>
          <ac:spMkLst>
            <pc:docMk/>
            <pc:sldMk cId="3924984399" sldId="279"/>
            <ac:spMk id="2" creationId="{E609F175-A9C4-ACC2-28A5-0AA3A5E97B85}"/>
          </ac:spMkLst>
        </pc:spChg>
        <pc:spChg chg="mod">
          <ac:chgData name="Carol Lu" userId="700d71c4-60d7-4e7a-acb4-5fbf50c4028f" providerId="ADAL" clId="{DD877BBC-D7D0-4B11-9FB5-E27AC648B5DF}" dt="2026-04-16T00:56:54.287" v="685" actId="6549"/>
          <ac:spMkLst>
            <pc:docMk/>
            <pc:sldMk cId="3924984399" sldId="279"/>
            <ac:spMk id="4" creationId="{7B42274F-7FA9-4B4E-2058-5F4A2CE48C1E}"/>
          </ac:spMkLst>
        </pc:spChg>
      </pc:sldChg>
      <pc:sldChg chg="modSp mod">
        <pc:chgData name="Carol Lu" userId="700d71c4-60d7-4e7a-acb4-5fbf50c4028f" providerId="ADAL" clId="{DD877BBC-D7D0-4B11-9FB5-E27AC648B5DF}" dt="2026-04-16T00:58:22.031" v="705" actId="1038"/>
        <pc:sldMkLst>
          <pc:docMk/>
          <pc:sldMk cId="3113274371" sldId="280"/>
        </pc:sldMkLst>
        <pc:spChg chg="mod">
          <ac:chgData name="Carol Lu" userId="700d71c4-60d7-4e7a-acb4-5fbf50c4028f" providerId="ADAL" clId="{DD877BBC-D7D0-4B11-9FB5-E27AC648B5DF}" dt="2026-04-16T00:58:17.384" v="703" actId="14100"/>
          <ac:spMkLst>
            <pc:docMk/>
            <pc:sldMk cId="3113274371" sldId="280"/>
            <ac:spMk id="9" creationId="{7E6A9B43-AD70-7EDF-6256-86DC679C644F}"/>
          </ac:spMkLst>
        </pc:spChg>
        <pc:spChg chg="mod">
          <ac:chgData name="Carol Lu" userId="700d71c4-60d7-4e7a-acb4-5fbf50c4028f" providerId="ADAL" clId="{DD877BBC-D7D0-4B11-9FB5-E27AC648B5DF}" dt="2026-04-16T00:58:05.766" v="702" actId="1036"/>
          <ac:spMkLst>
            <pc:docMk/>
            <pc:sldMk cId="3113274371" sldId="280"/>
            <ac:spMk id="14" creationId="{16859D34-826F-0FEA-74B0-2862DA4DD931}"/>
          </ac:spMkLst>
        </pc:spChg>
        <pc:spChg chg="mod">
          <ac:chgData name="Carol Lu" userId="700d71c4-60d7-4e7a-acb4-5fbf50c4028f" providerId="ADAL" clId="{DD877BBC-D7D0-4B11-9FB5-E27AC648B5DF}" dt="2026-04-16T00:58:05.766" v="702" actId="1036"/>
          <ac:spMkLst>
            <pc:docMk/>
            <pc:sldMk cId="3113274371" sldId="280"/>
            <ac:spMk id="15" creationId="{E6770143-2A11-C229-F43B-52B087206B77}"/>
          </ac:spMkLst>
        </pc:spChg>
        <pc:spChg chg="mod">
          <ac:chgData name="Carol Lu" userId="700d71c4-60d7-4e7a-acb4-5fbf50c4028f" providerId="ADAL" clId="{DD877BBC-D7D0-4B11-9FB5-E27AC648B5DF}" dt="2026-04-16T00:58:22.031" v="705" actId="1038"/>
          <ac:spMkLst>
            <pc:docMk/>
            <pc:sldMk cId="3113274371" sldId="280"/>
            <ac:spMk id="24" creationId="{5B19FC0A-F3C1-68B6-32EF-9B94AEF92E6B}"/>
          </ac:spMkLst>
        </pc:spChg>
        <pc:picChg chg="mod">
          <ac:chgData name="Carol Lu" userId="700d71c4-60d7-4e7a-acb4-5fbf50c4028f" providerId="ADAL" clId="{DD877BBC-D7D0-4B11-9FB5-E27AC648B5DF}" dt="2026-04-16T00:57:58.837" v="700" actId="1035"/>
          <ac:picMkLst>
            <pc:docMk/>
            <pc:sldMk cId="3113274371" sldId="280"/>
            <ac:picMk id="23" creationId="{43CAEF0E-AC27-8B51-74C5-C46E38917511}"/>
          </ac:picMkLst>
        </pc:picChg>
      </pc:sldChg>
      <pc:sldChg chg="addSp delSp modSp add mod">
        <pc:chgData name="Carol Lu" userId="700d71c4-60d7-4e7a-acb4-5fbf50c4028f" providerId="ADAL" clId="{DD877BBC-D7D0-4B11-9FB5-E27AC648B5DF}" dt="2026-04-16T02:55:29.517" v="1229" actId="20577"/>
        <pc:sldMkLst>
          <pc:docMk/>
          <pc:sldMk cId="875936708" sldId="284"/>
        </pc:sldMkLst>
        <pc:spChg chg="mod">
          <ac:chgData name="Carol Lu" userId="700d71c4-60d7-4e7a-acb4-5fbf50c4028f" providerId="ADAL" clId="{DD877BBC-D7D0-4B11-9FB5-E27AC648B5DF}" dt="2026-04-16T02:55:29.517" v="1229" actId="20577"/>
          <ac:spMkLst>
            <pc:docMk/>
            <pc:sldMk cId="875936708" sldId="284"/>
            <ac:spMk id="2" creationId="{EB4FD282-6CA0-5583-4861-83420CF0C0F1}"/>
          </ac:spMkLst>
        </pc:spChg>
        <pc:spChg chg="mod">
          <ac:chgData name="Carol Lu" userId="700d71c4-60d7-4e7a-acb4-5fbf50c4028f" providerId="ADAL" clId="{DD877BBC-D7D0-4B11-9FB5-E27AC648B5DF}" dt="2026-04-16T01:40:14.549" v="1052" actId="20577"/>
          <ac:spMkLst>
            <pc:docMk/>
            <pc:sldMk cId="875936708" sldId="284"/>
            <ac:spMk id="3" creationId="{658160BD-1AAE-7373-4345-6215C90BD4F2}"/>
          </ac:spMkLst>
        </pc:spChg>
        <pc:spChg chg="add del mod">
          <ac:chgData name="Carol Lu" userId="700d71c4-60d7-4e7a-acb4-5fbf50c4028f" providerId="ADAL" clId="{DD877BBC-D7D0-4B11-9FB5-E27AC648B5DF}" dt="2026-04-16T01:40:04.922" v="1050" actId="478"/>
          <ac:spMkLst>
            <pc:docMk/>
            <pc:sldMk cId="875936708" sldId="284"/>
            <ac:spMk id="5" creationId="{8D633B20-F334-9A01-77C0-08CA41D77500}"/>
          </ac:spMkLst>
        </pc:spChg>
        <pc:spChg chg="mod">
          <ac:chgData name="Carol Lu" userId="700d71c4-60d7-4e7a-acb4-5fbf50c4028f" providerId="ADAL" clId="{DD877BBC-D7D0-4B11-9FB5-E27AC648B5DF}" dt="2026-04-16T01:41:58.074" v="1143" actId="6549"/>
          <ac:spMkLst>
            <pc:docMk/>
            <pc:sldMk cId="875936708" sldId="284"/>
            <ac:spMk id="6" creationId="{C9618F43-4C24-5C50-441F-E48D336629B2}"/>
          </ac:spMkLst>
        </pc:spChg>
        <pc:picChg chg="del">
          <ac:chgData name="Carol Lu" userId="700d71c4-60d7-4e7a-acb4-5fbf50c4028f" providerId="ADAL" clId="{DD877BBC-D7D0-4B11-9FB5-E27AC648B5DF}" dt="2026-04-16T01:40:02.101" v="1049" actId="478"/>
          <ac:picMkLst>
            <pc:docMk/>
            <pc:sldMk cId="875936708" sldId="284"/>
            <ac:picMk id="4" creationId="{10E623DB-6BD1-CAD2-3C9C-0E30C2B7AA6A}"/>
          </ac:picMkLst>
        </pc:picChg>
      </pc:sldChg>
      <pc:sldChg chg="modSp mod ord">
        <pc:chgData name="Carol Lu" userId="700d71c4-60d7-4e7a-acb4-5fbf50c4028f" providerId="ADAL" clId="{DD877BBC-D7D0-4B11-9FB5-E27AC648B5DF}" dt="2026-04-16T02:54:21.931" v="1220" actId="20577"/>
        <pc:sldMkLst>
          <pc:docMk/>
          <pc:sldMk cId="2751047844" sldId="285"/>
        </pc:sldMkLst>
        <pc:spChg chg="mod">
          <ac:chgData name="Carol Lu" userId="700d71c4-60d7-4e7a-acb4-5fbf50c4028f" providerId="ADAL" clId="{DD877BBC-D7D0-4B11-9FB5-E27AC648B5DF}" dt="2026-04-16T02:54:21.931" v="1220" actId="20577"/>
          <ac:spMkLst>
            <pc:docMk/>
            <pc:sldMk cId="2751047844" sldId="285"/>
            <ac:spMk id="4" creationId="{3973EF8C-3617-B9C4-38DE-2BC34282A56E}"/>
          </ac:spMkLst>
        </pc:spChg>
      </pc:sldChg>
    </pc:docChg>
  </pc:docChgLst>
  <pc:docChgLst>
    <pc:chgData name="Ky Liu" userId="S::ky.liu@wonderland.com.tw::f589a19d-0c9d-491d-8084-224108382ca5" providerId="AD" clId="Web-{516D9848-6BF6-E69B-291A-D3806571FF14}"/>
    <pc:docChg chg="addSld delSld modSld">
      <pc:chgData name="Ky Liu" userId="S::ky.liu@wonderland.com.tw::f589a19d-0c9d-491d-8084-224108382ca5" providerId="AD" clId="Web-{516D9848-6BF6-E69B-291A-D3806571FF14}" dt="2026-04-15T15:07:18.495" v="114" actId="20577"/>
      <pc:docMkLst>
        <pc:docMk/>
      </pc:docMkLst>
      <pc:sldChg chg="modSp">
        <pc:chgData name="Ky Liu" userId="S::ky.liu@wonderland.com.tw::f589a19d-0c9d-491d-8084-224108382ca5" providerId="AD" clId="Web-{516D9848-6BF6-E69B-291A-D3806571FF14}" dt="2026-04-15T14:55:17.052" v="1" actId="20577"/>
        <pc:sldMkLst>
          <pc:docMk/>
          <pc:sldMk cId="353133803" sldId="275"/>
        </pc:sldMkLst>
        <pc:spChg chg="mod">
          <ac:chgData name="Ky Liu" userId="S::ky.liu@wonderland.com.tw::f589a19d-0c9d-491d-8084-224108382ca5" providerId="AD" clId="Web-{516D9848-6BF6-E69B-291A-D3806571FF14}" dt="2026-04-15T14:55:17.052" v="1" actId="20577"/>
          <ac:spMkLst>
            <pc:docMk/>
            <pc:sldMk cId="353133803" sldId="275"/>
            <ac:spMk id="4" creationId="{583A4B03-125B-3F93-F393-E163FCD50F82}"/>
          </ac:spMkLst>
        </pc:spChg>
      </pc:sldChg>
      <pc:sldChg chg="addSp delSp modSp new">
        <pc:chgData name="Ky Liu" userId="S::ky.liu@wonderland.com.tw::f589a19d-0c9d-491d-8084-224108382ca5" providerId="AD" clId="Web-{516D9848-6BF6-E69B-291A-D3806571FF14}" dt="2026-04-15T15:07:18.495" v="114" actId="20577"/>
        <pc:sldMkLst>
          <pc:docMk/>
          <pc:sldMk cId="2653199872" sldId="276"/>
        </pc:sldMkLst>
        <pc:spChg chg="del">
          <ac:chgData name="Ky Liu" userId="S::ky.liu@wonderland.com.tw::f589a19d-0c9d-491d-8084-224108382ca5" providerId="AD" clId="Web-{516D9848-6BF6-E69B-291A-D3806571FF14}" dt="2026-04-15T14:57:28.931" v="5"/>
          <ac:spMkLst>
            <pc:docMk/>
            <pc:sldMk cId="2653199872" sldId="276"/>
            <ac:spMk id="3" creationId="{4325DFB1-0EE8-F10F-4E41-595EA80F0509}"/>
          </ac:spMkLst>
        </pc:spChg>
        <pc:spChg chg="add mod">
          <ac:chgData name="Ky Liu" userId="S::ky.liu@wonderland.com.tw::f589a19d-0c9d-491d-8084-224108382ca5" providerId="AD" clId="Web-{516D9848-6BF6-E69B-291A-D3806571FF14}" dt="2026-04-15T15:07:18.495" v="114" actId="20577"/>
          <ac:spMkLst>
            <pc:docMk/>
            <pc:sldMk cId="2653199872" sldId="276"/>
            <ac:spMk id="6" creationId="{60582155-F2E1-C8BE-5086-0E93C93553A6}"/>
          </ac:spMkLst>
        </pc:spChg>
        <pc:picChg chg="add mod ord">
          <ac:chgData name="Ky Liu" userId="S::ky.liu@wonderland.com.tw::f589a19d-0c9d-491d-8084-224108382ca5" providerId="AD" clId="Web-{516D9848-6BF6-E69B-291A-D3806571FF14}" dt="2026-04-15T15:05:47.571" v="104" actId="1076"/>
          <ac:picMkLst>
            <pc:docMk/>
            <pc:sldMk cId="2653199872" sldId="276"/>
            <ac:picMk id="4" creationId="{FE31FDFE-3604-F415-D555-C6AA3E9B3F5C}"/>
          </ac:picMkLst>
        </pc:picChg>
      </pc:sldChg>
      <pc:sldChg chg="new del">
        <pc:chgData name="Ky Liu" userId="S::ky.liu@wonderland.com.tw::f589a19d-0c9d-491d-8084-224108382ca5" providerId="AD" clId="Web-{516D9848-6BF6-E69B-291A-D3806571FF14}" dt="2026-04-15T14:55:52.068" v="3"/>
        <pc:sldMkLst>
          <pc:docMk/>
          <pc:sldMk cId="3251681984" sldId="276"/>
        </pc:sldMkLst>
      </pc:sldChg>
    </pc:docChg>
  </pc:docChgLst>
  <pc:docChgLst>
    <pc:chgData name="KY Liu" userId="f589a19d-0c9d-491d-8084-224108382ca5" providerId="ADAL" clId="{16653C2D-EFF3-48B2-81F6-EC59D30733AC}"/>
    <pc:docChg chg="undo custSel addSld modSld">
      <pc:chgData name="KY Liu" userId="f589a19d-0c9d-491d-8084-224108382ca5" providerId="ADAL" clId="{16653C2D-EFF3-48B2-81F6-EC59D30733AC}" dt="2026-04-16T03:08:40.186" v="97" actId="1076"/>
      <pc:docMkLst>
        <pc:docMk/>
      </pc:docMkLst>
      <pc:sldChg chg="addSp delSp modSp mod">
        <pc:chgData name="KY Liu" userId="f589a19d-0c9d-491d-8084-224108382ca5" providerId="ADAL" clId="{16653C2D-EFF3-48B2-81F6-EC59D30733AC}" dt="2026-04-16T03:08:40.186" v="97" actId="1076"/>
        <pc:sldMkLst>
          <pc:docMk/>
          <pc:sldMk cId="2653199872" sldId="276"/>
        </pc:sldMkLst>
        <pc:spChg chg="add mod">
          <ac:chgData name="KY Liu" userId="f589a19d-0c9d-491d-8084-224108382ca5" providerId="ADAL" clId="{16653C2D-EFF3-48B2-81F6-EC59D30733AC}" dt="2026-04-16T01:52:50.531" v="0" actId="478"/>
          <ac:spMkLst>
            <pc:docMk/>
            <pc:sldMk cId="2653199872" sldId="276"/>
            <ac:spMk id="5" creationId="{58D1D34D-942C-A370-44E7-AD5FD716D514}"/>
          </ac:spMkLst>
        </pc:spChg>
        <pc:spChg chg="mod">
          <ac:chgData name="KY Liu" userId="f589a19d-0c9d-491d-8084-224108382ca5" providerId="ADAL" clId="{16653C2D-EFF3-48B2-81F6-EC59D30733AC}" dt="2026-04-16T02:17:04.226" v="63" actId="6549"/>
          <ac:spMkLst>
            <pc:docMk/>
            <pc:sldMk cId="2653199872" sldId="276"/>
            <ac:spMk id="6" creationId="{60582155-F2E1-C8BE-5086-0E93C93553A6}"/>
          </ac:spMkLst>
        </pc:spChg>
        <pc:spChg chg="mod">
          <ac:chgData name="KY Liu" userId="f589a19d-0c9d-491d-8084-224108382ca5" providerId="ADAL" clId="{16653C2D-EFF3-48B2-81F6-EC59D30733AC}" dt="2026-04-16T02:55:16.682" v="83" actId="20577"/>
          <ac:spMkLst>
            <pc:docMk/>
            <pc:sldMk cId="2653199872" sldId="276"/>
            <ac:spMk id="7" creationId="{5BE6CC18-B58F-4579-5C33-D88D263020D2}"/>
          </ac:spMkLst>
        </pc:spChg>
        <pc:picChg chg="del">
          <ac:chgData name="KY Liu" userId="f589a19d-0c9d-491d-8084-224108382ca5" providerId="ADAL" clId="{16653C2D-EFF3-48B2-81F6-EC59D30733AC}" dt="2026-04-16T01:52:50.531" v="0" actId="478"/>
          <ac:picMkLst>
            <pc:docMk/>
            <pc:sldMk cId="2653199872" sldId="276"/>
            <ac:picMk id="4" creationId="{FE31FDFE-3604-F415-D555-C6AA3E9B3F5C}"/>
          </ac:picMkLst>
        </pc:picChg>
        <pc:picChg chg="add del mod">
          <ac:chgData name="KY Liu" userId="f589a19d-0c9d-491d-8084-224108382ca5" providerId="ADAL" clId="{16653C2D-EFF3-48B2-81F6-EC59D30733AC}" dt="2026-04-16T03:07:58.673" v="86" actId="478"/>
          <ac:picMkLst>
            <pc:docMk/>
            <pc:sldMk cId="2653199872" sldId="276"/>
            <ac:picMk id="8" creationId="{CBCF4070-F73F-6FA4-E230-52138C9FF7B3}"/>
          </ac:picMkLst>
        </pc:picChg>
        <pc:picChg chg="add del mod">
          <ac:chgData name="KY Liu" userId="f589a19d-0c9d-491d-8084-224108382ca5" providerId="ADAL" clId="{16653C2D-EFF3-48B2-81F6-EC59D30733AC}" dt="2026-04-16T03:08:22.424" v="91" actId="478"/>
          <ac:picMkLst>
            <pc:docMk/>
            <pc:sldMk cId="2653199872" sldId="276"/>
            <ac:picMk id="10" creationId="{62A87216-4FC3-EE16-842A-C8C98A0ED6F3}"/>
          </ac:picMkLst>
        </pc:picChg>
        <pc:picChg chg="add mod">
          <ac:chgData name="KY Liu" userId="f589a19d-0c9d-491d-8084-224108382ca5" providerId="ADAL" clId="{16653C2D-EFF3-48B2-81F6-EC59D30733AC}" dt="2026-04-16T03:08:40.186" v="97" actId="1076"/>
          <ac:picMkLst>
            <pc:docMk/>
            <pc:sldMk cId="2653199872" sldId="276"/>
            <ac:picMk id="12" creationId="{B590A359-5698-5F04-9FC2-4127E3965648}"/>
          </ac:picMkLst>
        </pc:picChg>
      </pc:sldChg>
      <pc:sldChg chg="modSp mod">
        <pc:chgData name="KY Liu" userId="f589a19d-0c9d-491d-8084-224108382ca5" providerId="ADAL" clId="{16653C2D-EFF3-48B2-81F6-EC59D30733AC}" dt="2026-04-16T02:07:27.141" v="29" actId="20577"/>
        <pc:sldMkLst>
          <pc:docMk/>
          <pc:sldMk cId="875936708" sldId="284"/>
        </pc:sldMkLst>
        <pc:spChg chg="mod">
          <ac:chgData name="KY Liu" userId="f589a19d-0c9d-491d-8084-224108382ca5" providerId="ADAL" clId="{16653C2D-EFF3-48B2-81F6-EC59D30733AC}" dt="2026-04-16T02:07:27.141" v="29" actId="20577"/>
          <ac:spMkLst>
            <pc:docMk/>
            <pc:sldMk cId="875936708" sldId="284"/>
            <ac:spMk id="6" creationId="{C9618F43-4C24-5C50-441F-E48D336629B2}"/>
          </ac:spMkLst>
        </pc:spChg>
      </pc:sldChg>
      <pc:sldChg chg="addSp delSp new mod">
        <pc:chgData name="KY Liu" userId="f589a19d-0c9d-491d-8084-224108382ca5" providerId="ADAL" clId="{16653C2D-EFF3-48B2-81F6-EC59D30733AC}" dt="2026-04-16T02:10:54.585" v="33" actId="22"/>
        <pc:sldMkLst>
          <pc:docMk/>
          <pc:sldMk cId="1859737141" sldId="286"/>
        </pc:sldMkLst>
        <pc:picChg chg="add del">
          <ac:chgData name="KY Liu" userId="f589a19d-0c9d-491d-8084-224108382ca5" providerId="ADAL" clId="{16653C2D-EFF3-48B2-81F6-EC59D30733AC}" dt="2026-04-16T02:10:53.952" v="32" actId="478"/>
          <ac:picMkLst>
            <pc:docMk/>
            <pc:sldMk cId="1859737141" sldId="286"/>
            <ac:picMk id="5" creationId="{A0003391-8689-250D-D6F1-E1BB89F97DC9}"/>
          </ac:picMkLst>
        </pc:picChg>
        <pc:picChg chg="add">
          <ac:chgData name="KY Liu" userId="f589a19d-0c9d-491d-8084-224108382ca5" providerId="ADAL" clId="{16653C2D-EFF3-48B2-81F6-EC59D30733AC}" dt="2026-04-16T02:10:54.585" v="33" actId="22"/>
          <ac:picMkLst>
            <pc:docMk/>
            <pc:sldMk cId="1859737141" sldId="286"/>
            <ac:picMk id="7" creationId="{F7836D0B-8866-CF8B-1E87-C3ED935CEE4E}"/>
          </ac:picMkLst>
        </pc:picChg>
      </pc:sldChg>
    </pc:docChg>
  </pc:docChgLst>
  <pc:docChgLst>
    <pc:chgData name="Carol Lu" userId="S::carollu@wonderland.com.tw::700d71c4-60d7-4e7a-acb4-5fbf50c4028f" providerId="AD" clId="Web-{72220914-EF96-4E4D-A59E-5975EB1643E6}"/>
    <pc:docChg chg="modSld">
      <pc:chgData name="Carol Lu" userId="S::carollu@wonderland.com.tw::700d71c4-60d7-4e7a-acb4-5fbf50c4028f" providerId="AD" clId="Web-{72220914-EF96-4E4D-A59E-5975EB1643E6}" dt="2026-04-15T09:23:05.906" v="3" actId="20577"/>
      <pc:docMkLst>
        <pc:docMk/>
      </pc:docMkLst>
      <pc:sldChg chg="modSp">
        <pc:chgData name="Carol Lu" userId="S::carollu@wonderland.com.tw::700d71c4-60d7-4e7a-acb4-5fbf50c4028f" providerId="AD" clId="Web-{72220914-EF96-4E4D-A59E-5975EB1643E6}" dt="2026-04-15T09:23:05.906" v="3" actId="20577"/>
        <pc:sldMkLst>
          <pc:docMk/>
          <pc:sldMk cId="3610166572" sldId="263"/>
        </pc:sldMkLst>
        <pc:spChg chg="mod">
          <ac:chgData name="Carol Lu" userId="S::carollu@wonderland.com.tw::700d71c4-60d7-4e7a-acb4-5fbf50c4028f" providerId="AD" clId="Web-{72220914-EF96-4E4D-A59E-5975EB1643E6}" dt="2026-04-15T09:23:05.906" v="3" actId="20577"/>
          <ac:spMkLst>
            <pc:docMk/>
            <pc:sldMk cId="3610166572" sldId="263"/>
            <ac:spMk id="2" creationId="{B2B0EFB4-A11B-8339-AECE-009CE35938BA}"/>
          </ac:spMkLst>
        </pc:spChg>
      </pc:sldChg>
    </pc:docChg>
  </pc:docChgLst>
  <pc:docChgLst>
    <pc:chgData name="Miles Chen" userId="72d76a9c-527f-4adb-9bb5-895b0eda2390" providerId="ADAL" clId="{E745965A-2BF1-4EAA-A98D-83B927AFA3EE}"/>
    <pc:docChg chg="undo custSel addSld delSld modSld sldOrd">
      <pc:chgData name="Miles Chen" userId="72d76a9c-527f-4adb-9bb5-895b0eda2390" providerId="ADAL" clId="{E745965A-2BF1-4EAA-A98D-83B927AFA3EE}" dt="2026-04-15T10:50:32.241" v="3340" actId="20577"/>
      <pc:docMkLst>
        <pc:docMk/>
      </pc:docMkLst>
      <pc:sldChg chg="addSp delSp modSp mod">
        <pc:chgData name="Miles Chen" userId="72d76a9c-527f-4adb-9bb5-895b0eda2390" providerId="ADAL" clId="{E745965A-2BF1-4EAA-A98D-83B927AFA3EE}" dt="2026-04-15T08:40:05.153" v="2596" actId="207"/>
        <pc:sldMkLst>
          <pc:docMk/>
          <pc:sldMk cId="2038494625" sldId="256"/>
        </pc:sldMkLst>
        <pc:spChg chg="mod">
          <ac:chgData name="Miles Chen" userId="72d76a9c-527f-4adb-9bb5-895b0eda2390" providerId="ADAL" clId="{E745965A-2BF1-4EAA-A98D-83B927AFA3EE}" dt="2026-04-15T07:22:42.474" v="968" actId="20577"/>
          <ac:spMkLst>
            <pc:docMk/>
            <pc:sldMk cId="2038494625" sldId="256"/>
            <ac:spMk id="2" creationId="{13CBFE13-ED06-FE96-ADFF-39DD654B2F98}"/>
          </ac:spMkLst>
        </pc:spChg>
        <pc:spChg chg="mod">
          <ac:chgData name="Miles Chen" userId="72d76a9c-527f-4adb-9bb5-895b0eda2390" providerId="ADAL" clId="{E745965A-2BF1-4EAA-A98D-83B927AFA3EE}" dt="2026-04-15T08:40:05.153" v="2596" actId="207"/>
          <ac:spMkLst>
            <pc:docMk/>
            <pc:sldMk cId="2038494625" sldId="256"/>
            <ac:spMk id="3" creationId="{57380382-6EF8-4213-5F0D-AF04DE0F78CD}"/>
          </ac:spMkLst>
        </pc:spChg>
        <pc:spChg chg="del">
          <ac:chgData name="Miles Chen" userId="72d76a9c-527f-4adb-9bb5-895b0eda2390" providerId="ADAL" clId="{E745965A-2BF1-4EAA-A98D-83B927AFA3EE}" dt="2026-04-15T06:22:29.836" v="384" actId="26606"/>
          <ac:spMkLst>
            <pc:docMk/>
            <pc:sldMk cId="2038494625" sldId="256"/>
            <ac:spMk id="8" creationId="{787F4F1C-8D3D-4EC1-B72D-A0470A5A08B8}"/>
          </ac:spMkLst>
        </pc:spChg>
        <pc:spChg chg="add">
          <ac:chgData name="Miles Chen" userId="72d76a9c-527f-4adb-9bb5-895b0eda2390" providerId="ADAL" clId="{E745965A-2BF1-4EAA-A98D-83B927AFA3EE}" dt="2026-04-15T06:22:29.836" v="384" actId="26606"/>
          <ac:spMkLst>
            <pc:docMk/>
            <pc:sldMk cId="2038494625" sldId="256"/>
            <ac:spMk id="21" creationId="{6F5A5072-7B47-4D32-B52A-4EBBF590B8A5}"/>
          </ac:spMkLst>
        </pc:spChg>
        <pc:spChg chg="add">
          <ac:chgData name="Miles Chen" userId="72d76a9c-527f-4adb-9bb5-895b0eda2390" providerId="ADAL" clId="{E745965A-2BF1-4EAA-A98D-83B927AFA3EE}" dt="2026-04-15T06:22:29.836" v="384" actId="26606"/>
          <ac:spMkLst>
            <pc:docMk/>
            <pc:sldMk cId="2038494625" sldId="256"/>
            <ac:spMk id="23" creationId="{9715DAF0-AE1B-46C9-8A6B-DB2AA05AB91D}"/>
          </ac:spMkLst>
        </pc:spChg>
        <pc:spChg chg="add">
          <ac:chgData name="Miles Chen" userId="72d76a9c-527f-4adb-9bb5-895b0eda2390" providerId="ADAL" clId="{E745965A-2BF1-4EAA-A98D-83B927AFA3EE}" dt="2026-04-15T06:22:29.836" v="384" actId="26606"/>
          <ac:spMkLst>
            <pc:docMk/>
            <pc:sldMk cId="2038494625" sldId="256"/>
            <ac:spMk id="25" creationId="{6016219D-510E-4184-9090-6D5578A87BD1}"/>
          </ac:spMkLst>
        </pc:spChg>
        <pc:spChg chg="add">
          <ac:chgData name="Miles Chen" userId="72d76a9c-527f-4adb-9bb5-895b0eda2390" providerId="ADAL" clId="{E745965A-2BF1-4EAA-A98D-83B927AFA3EE}" dt="2026-04-15T06:22:29.836" v="384" actId="26606"/>
          <ac:spMkLst>
            <pc:docMk/>
            <pc:sldMk cId="2038494625" sldId="256"/>
            <ac:spMk id="27" creationId="{AFF4A713-7B75-4B21-90D7-5AB19547C728}"/>
          </ac:spMkLst>
        </pc:spChg>
        <pc:spChg chg="add">
          <ac:chgData name="Miles Chen" userId="72d76a9c-527f-4adb-9bb5-895b0eda2390" providerId="ADAL" clId="{E745965A-2BF1-4EAA-A98D-83B927AFA3EE}" dt="2026-04-15T06:22:29.836" v="384" actId="26606"/>
          <ac:spMkLst>
            <pc:docMk/>
            <pc:sldMk cId="2038494625" sldId="256"/>
            <ac:spMk id="29" creationId="{DC631C0B-6DA6-4E57-8231-CE32B3434A7E}"/>
          </ac:spMkLst>
        </pc:spChg>
        <pc:spChg chg="add">
          <ac:chgData name="Miles Chen" userId="72d76a9c-527f-4adb-9bb5-895b0eda2390" providerId="ADAL" clId="{E745965A-2BF1-4EAA-A98D-83B927AFA3EE}" dt="2026-04-15T06:22:29.836" v="384" actId="26606"/>
          <ac:spMkLst>
            <pc:docMk/>
            <pc:sldMk cId="2038494625" sldId="256"/>
            <ac:spMk id="31" creationId="{C29501E6-A978-4A61-9689-9085AF97A53A}"/>
          </ac:spMkLst>
        </pc:spChg>
        <pc:grpChg chg="del">
          <ac:chgData name="Miles Chen" userId="72d76a9c-527f-4adb-9bb5-895b0eda2390" providerId="ADAL" clId="{E745965A-2BF1-4EAA-A98D-83B927AFA3EE}" dt="2026-04-15T06:22:29.836" v="384" actId="26606"/>
          <ac:grpSpMkLst>
            <pc:docMk/>
            <pc:sldMk cId="2038494625" sldId="256"/>
            <ac:grpSpMk id="10" creationId="{D1E3DD61-64DB-46AD-B249-E273CD86B051}"/>
          </ac:grpSpMkLst>
        </pc:grpChg>
      </pc:sldChg>
      <pc:sldChg chg="addSp delSp modSp add del mod">
        <pc:chgData name="Miles Chen" userId="72d76a9c-527f-4adb-9bb5-895b0eda2390" providerId="ADAL" clId="{E745965A-2BF1-4EAA-A98D-83B927AFA3EE}" dt="2026-04-15T08:39:58.887" v="2595" actId="207"/>
        <pc:sldMkLst>
          <pc:docMk/>
          <pc:sldMk cId="3661625621" sldId="257"/>
        </pc:sldMkLst>
        <pc:spChg chg="mod">
          <ac:chgData name="Miles Chen" userId="72d76a9c-527f-4adb-9bb5-895b0eda2390" providerId="ADAL" clId="{E745965A-2BF1-4EAA-A98D-83B927AFA3EE}" dt="2026-04-15T06:23:25.473" v="388" actId="26606"/>
          <ac:spMkLst>
            <pc:docMk/>
            <pc:sldMk cId="3661625621" sldId="257"/>
            <ac:spMk id="2" creationId="{8FD3F570-958D-9022-4AA2-6C86CFFBA595}"/>
          </ac:spMkLst>
        </pc:spChg>
        <pc:spChg chg="del">
          <ac:chgData name="Miles Chen" userId="72d76a9c-527f-4adb-9bb5-895b0eda2390" providerId="ADAL" clId="{E745965A-2BF1-4EAA-A98D-83B927AFA3EE}" dt="2026-04-15T06:22:23.809" v="383" actId="26606"/>
          <ac:spMkLst>
            <pc:docMk/>
            <pc:sldMk cId="3661625621" sldId="257"/>
            <ac:spMk id="10" creationId="{353CF00F-82D0-0DBA-75D5-1D01B4526C68}"/>
          </ac:spMkLst>
        </pc:spChg>
        <pc:spChg chg="add del">
          <ac:chgData name="Miles Chen" userId="72d76a9c-527f-4adb-9bb5-895b0eda2390" providerId="ADAL" clId="{E745965A-2BF1-4EAA-A98D-83B927AFA3EE}" dt="2026-04-15T06:23:25.473" v="388" actId="26606"/>
          <ac:spMkLst>
            <pc:docMk/>
            <pc:sldMk cId="3661625621" sldId="257"/>
            <ac:spMk id="15" creationId="{BACC6370-2D7E-4714-9D71-7542949D7D5D}"/>
          </ac:spMkLst>
        </pc:spChg>
        <pc:spChg chg="add del">
          <ac:chgData name="Miles Chen" userId="72d76a9c-527f-4adb-9bb5-895b0eda2390" providerId="ADAL" clId="{E745965A-2BF1-4EAA-A98D-83B927AFA3EE}" dt="2026-04-15T06:23:25.473" v="388" actId="26606"/>
          <ac:spMkLst>
            <pc:docMk/>
            <pc:sldMk cId="3661625621" sldId="257"/>
            <ac:spMk id="17" creationId="{F68B3F68-107C-434F-AA38-110D5EA91B85}"/>
          </ac:spMkLst>
        </pc:spChg>
        <pc:spChg chg="add del">
          <ac:chgData name="Miles Chen" userId="72d76a9c-527f-4adb-9bb5-895b0eda2390" providerId="ADAL" clId="{E745965A-2BF1-4EAA-A98D-83B927AFA3EE}" dt="2026-04-15T06:23:25.473" v="388" actId="26606"/>
          <ac:spMkLst>
            <pc:docMk/>
            <pc:sldMk cId="3661625621" sldId="257"/>
            <ac:spMk id="19" creationId="{AAD0DBB9-1A4B-4391-81D4-CB19F9AB918A}"/>
          </ac:spMkLst>
        </pc:spChg>
        <pc:spChg chg="add del">
          <ac:chgData name="Miles Chen" userId="72d76a9c-527f-4adb-9bb5-895b0eda2390" providerId="ADAL" clId="{E745965A-2BF1-4EAA-A98D-83B927AFA3EE}" dt="2026-04-15T06:23:25.473" v="388" actId="26606"/>
          <ac:spMkLst>
            <pc:docMk/>
            <pc:sldMk cId="3661625621" sldId="257"/>
            <ac:spMk id="21" creationId="{063BBA22-50EA-4C4D-BE05-F1CE4E63AA56}"/>
          </ac:spMkLst>
        </pc:spChg>
        <pc:spChg chg="add del">
          <ac:chgData name="Miles Chen" userId="72d76a9c-527f-4adb-9bb5-895b0eda2390" providerId="ADAL" clId="{E745965A-2BF1-4EAA-A98D-83B927AFA3EE}" dt="2026-04-15T06:23:25.468" v="387" actId="26606"/>
          <ac:spMkLst>
            <pc:docMk/>
            <pc:sldMk cId="3661625621" sldId="257"/>
            <ac:spMk id="26" creationId="{BACC6370-2D7E-4714-9D71-7542949D7D5D}"/>
          </ac:spMkLst>
        </pc:spChg>
        <pc:spChg chg="add del">
          <ac:chgData name="Miles Chen" userId="72d76a9c-527f-4adb-9bb5-895b0eda2390" providerId="ADAL" clId="{E745965A-2BF1-4EAA-A98D-83B927AFA3EE}" dt="2026-04-15T06:23:25.468" v="387" actId="26606"/>
          <ac:spMkLst>
            <pc:docMk/>
            <pc:sldMk cId="3661625621" sldId="257"/>
            <ac:spMk id="28" creationId="{F68B3F68-107C-434F-AA38-110D5EA91B85}"/>
          </ac:spMkLst>
        </pc:spChg>
        <pc:spChg chg="add del">
          <ac:chgData name="Miles Chen" userId="72d76a9c-527f-4adb-9bb5-895b0eda2390" providerId="ADAL" clId="{E745965A-2BF1-4EAA-A98D-83B927AFA3EE}" dt="2026-04-15T06:23:25.468" v="387" actId="26606"/>
          <ac:spMkLst>
            <pc:docMk/>
            <pc:sldMk cId="3661625621" sldId="257"/>
            <ac:spMk id="30" creationId="{AAD0DBB9-1A4B-4391-81D4-CB19F9AB918A}"/>
          </ac:spMkLst>
        </pc:spChg>
        <pc:spChg chg="add del">
          <ac:chgData name="Miles Chen" userId="72d76a9c-527f-4adb-9bb5-895b0eda2390" providerId="ADAL" clId="{E745965A-2BF1-4EAA-A98D-83B927AFA3EE}" dt="2026-04-15T06:23:25.468" v="387" actId="26606"/>
          <ac:spMkLst>
            <pc:docMk/>
            <pc:sldMk cId="3661625621" sldId="257"/>
            <ac:spMk id="32" creationId="{063BBA22-50EA-4C4D-BE05-F1CE4E63AA56}"/>
          </ac:spMkLst>
        </pc:spChg>
        <pc:spChg chg="add">
          <ac:chgData name="Miles Chen" userId="72d76a9c-527f-4adb-9bb5-895b0eda2390" providerId="ADAL" clId="{E745965A-2BF1-4EAA-A98D-83B927AFA3EE}" dt="2026-04-15T06:23:25.473" v="388" actId="26606"/>
          <ac:spMkLst>
            <pc:docMk/>
            <pc:sldMk cId="3661625621" sldId="257"/>
            <ac:spMk id="34" creationId="{A8384FB5-9ADC-4DDC-881B-597D56F5B15D}"/>
          </ac:spMkLst>
        </pc:spChg>
        <pc:spChg chg="add">
          <ac:chgData name="Miles Chen" userId="72d76a9c-527f-4adb-9bb5-895b0eda2390" providerId="ADAL" clId="{E745965A-2BF1-4EAA-A98D-83B927AFA3EE}" dt="2026-04-15T06:23:25.473" v="388" actId="26606"/>
          <ac:spMkLst>
            <pc:docMk/>
            <pc:sldMk cId="3661625621" sldId="257"/>
            <ac:spMk id="35" creationId="{1199E1B1-A8C0-4FE8-A5A8-1CB41D69F857}"/>
          </ac:spMkLst>
        </pc:spChg>
        <pc:spChg chg="add">
          <ac:chgData name="Miles Chen" userId="72d76a9c-527f-4adb-9bb5-895b0eda2390" providerId="ADAL" clId="{E745965A-2BF1-4EAA-A98D-83B927AFA3EE}" dt="2026-04-15T06:23:25.473" v="388" actId="26606"/>
          <ac:spMkLst>
            <pc:docMk/>
            <pc:sldMk cId="3661625621" sldId="257"/>
            <ac:spMk id="36" creationId="{84A8DE83-DE75-4B41-9DB4-A7EC0B0DEC0B}"/>
          </ac:spMkLst>
        </pc:spChg>
        <pc:spChg chg="add">
          <ac:chgData name="Miles Chen" userId="72d76a9c-527f-4adb-9bb5-895b0eda2390" providerId="ADAL" clId="{E745965A-2BF1-4EAA-A98D-83B927AFA3EE}" dt="2026-04-15T06:23:25.473" v="388" actId="26606"/>
          <ac:spMkLst>
            <pc:docMk/>
            <pc:sldMk cId="3661625621" sldId="257"/>
            <ac:spMk id="37" creationId="{A7009A0A-BEF5-4EAC-AF15-E4F9F002E239}"/>
          </ac:spMkLst>
        </pc:spChg>
        <pc:graphicFrameChg chg="mod modGraphic">
          <ac:chgData name="Miles Chen" userId="72d76a9c-527f-4adb-9bb5-895b0eda2390" providerId="ADAL" clId="{E745965A-2BF1-4EAA-A98D-83B927AFA3EE}" dt="2026-04-15T08:39:58.887" v="2595" actId="207"/>
          <ac:graphicFrameMkLst>
            <pc:docMk/>
            <pc:sldMk cId="3661625621" sldId="257"/>
            <ac:graphicFrameMk id="5" creationId="{3CB57792-8A3E-4936-9DAC-4144353CA762}"/>
          </ac:graphicFrameMkLst>
        </pc:graphicFrameChg>
      </pc:sldChg>
      <pc:sldChg chg="addSp delSp modSp mod setBg">
        <pc:chgData name="Miles Chen" userId="72d76a9c-527f-4adb-9bb5-895b0eda2390" providerId="ADAL" clId="{E745965A-2BF1-4EAA-A98D-83B927AFA3EE}" dt="2026-04-15T08:41:59.470" v="2621" actId="207"/>
        <pc:sldMkLst>
          <pc:docMk/>
          <pc:sldMk cId="2928657015" sldId="258"/>
        </pc:sldMkLst>
        <pc:spChg chg="mod">
          <ac:chgData name="Miles Chen" userId="72d76a9c-527f-4adb-9bb5-895b0eda2390" providerId="ADAL" clId="{E745965A-2BF1-4EAA-A98D-83B927AFA3EE}" dt="2026-04-15T08:31:53.151" v="2548" actId="255"/>
          <ac:spMkLst>
            <pc:docMk/>
            <pc:sldMk cId="2928657015" sldId="258"/>
            <ac:spMk id="2" creationId="{34724418-436F-284C-491F-A2C591FA0881}"/>
          </ac:spMkLst>
        </pc:spChg>
        <pc:spChg chg="add del mod">
          <ac:chgData name="Miles Chen" userId="72d76a9c-527f-4adb-9bb5-895b0eda2390" providerId="ADAL" clId="{E745965A-2BF1-4EAA-A98D-83B927AFA3EE}" dt="2026-04-15T06:22:14.966" v="382" actId="26606"/>
          <ac:spMkLst>
            <pc:docMk/>
            <pc:sldMk cId="2928657015" sldId="258"/>
            <ac:spMk id="3" creationId="{6FAAF9ED-E2E4-6451-5AD5-5D2DE6FC6223}"/>
          </ac:spMkLst>
        </pc:spChg>
        <pc:spChg chg="add mod">
          <ac:chgData name="Miles Chen" userId="72d76a9c-527f-4adb-9bb5-895b0eda2390" providerId="ADAL" clId="{E745965A-2BF1-4EAA-A98D-83B927AFA3EE}" dt="2026-04-15T08:24:35.177" v="2264" actId="208"/>
          <ac:spMkLst>
            <pc:docMk/>
            <pc:sldMk cId="2928657015" sldId="258"/>
            <ac:spMk id="4" creationId="{6F3483D8-9C7B-E340-9287-1A29932DB89A}"/>
          </ac:spMkLst>
        </pc:spChg>
        <pc:spChg chg="add del">
          <ac:chgData name="Miles Chen" userId="72d76a9c-527f-4adb-9bb5-895b0eda2390" providerId="ADAL" clId="{E745965A-2BF1-4EAA-A98D-83B927AFA3EE}" dt="2026-04-15T06:22:14.936" v="381" actId="26606"/>
          <ac:spMkLst>
            <pc:docMk/>
            <pc:sldMk cId="2928657015" sldId="258"/>
            <ac:spMk id="9" creationId="{BACC6370-2D7E-4714-9D71-7542949D7D5D}"/>
          </ac:spMkLst>
        </pc:spChg>
        <pc:spChg chg="add del">
          <ac:chgData name="Miles Chen" userId="72d76a9c-527f-4adb-9bb5-895b0eda2390" providerId="ADAL" clId="{E745965A-2BF1-4EAA-A98D-83B927AFA3EE}" dt="2026-04-15T06:22:14.936" v="381" actId="26606"/>
          <ac:spMkLst>
            <pc:docMk/>
            <pc:sldMk cId="2928657015" sldId="258"/>
            <ac:spMk id="11" creationId="{256B2C21-A230-48C0-8DF1-C46611373C44}"/>
          </ac:spMkLst>
        </pc:spChg>
        <pc:spChg chg="add del">
          <ac:chgData name="Miles Chen" userId="72d76a9c-527f-4adb-9bb5-895b0eda2390" providerId="ADAL" clId="{E745965A-2BF1-4EAA-A98D-83B927AFA3EE}" dt="2026-04-15T06:22:14.936" v="381" actId="26606"/>
          <ac:spMkLst>
            <pc:docMk/>
            <pc:sldMk cId="2928657015" sldId="258"/>
            <ac:spMk id="13" creationId="{3847E18C-932D-4C95-AABA-FEC7C9499AD7}"/>
          </ac:spMkLst>
        </pc:spChg>
        <pc:spChg chg="add del">
          <ac:chgData name="Miles Chen" userId="72d76a9c-527f-4adb-9bb5-895b0eda2390" providerId="ADAL" clId="{E745965A-2BF1-4EAA-A98D-83B927AFA3EE}" dt="2026-04-15T06:22:14.936" v="381" actId="26606"/>
          <ac:spMkLst>
            <pc:docMk/>
            <pc:sldMk cId="2928657015" sldId="258"/>
            <ac:spMk id="15" creationId="{3150CB11-0C61-439E-910F-5787759E72A0}"/>
          </ac:spMkLst>
        </pc:spChg>
        <pc:spChg chg="add del">
          <ac:chgData name="Miles Chen" userId="72d76a9c-527f-4adb-9bb5-895b0eda2390" providerId="ADAL" clId="{E745965A-2BF1-4EAA-A98D-83B927AFA3EE}" dt="2026-04-15T06:22:14.936" v="381" actId="26606"/>
          <ac:spMkLst>
            <pc:docMk/>
            <pc:sldMk cId="2928657015" sldId="258"/>
            <ac:spMk id="17" creationId="{43F8A58B-5155-44CE-A5FF-7647B47D0A7A}"/>
          </ac:spMkLst>
        </pc:spChg>
        <pc:spChg chg="add del">
          <ac:chgData name="Miles Chen" userId="72d76a9c-527f-4adb-9bb5-895b0eda2390" providerId="ADAL" clId="{E745965A-2BF1-4EAA-A98D-83B927AFA3EE}" dt="2026-04-15T06:22:14.936" v="381" actId="26606"/>
          <ac:spMkLst>
            <pc:docMk/>
            <pc:sldMk cId="2928657015" sldId="258"/>
            <ac:spMk id="19" creationId="{443F2ACA-E6D6-4028-82DD-F03C262D5DE6}"/>
          </ac:spMkLst>
        </pc:spChg>
        <pc:spChg chg="add del">
          <ac:chgData name="Miles Chen" userId="72d76a9c-527f-4adb-9bb5-895b0eda2390" providerId="ADAL" clId="{E745965A-2BF1-4EAA-A98D-83B927AFA3EE}" dt="2026-04-15T06:28:58.055" v="464" actId="26606"/>
          <ac:spMkLst>
            <pc:docMk/>
            <pc:sldMk cId="2928657015" sldId="258"/>
            <ac:spMk id="21" creationId="{BACC6370-2D7E-4714-9D71-7542949D7D5D}"/>
          </ac:spMkLst>
        </pc:spChg>
        <pc:spChg chg="add del">
          <ac:chgData name="Miles Chen" userId="72d76a9c-527f-4adb-9bb5-895b0eda2390" providerId="ADAL" clId="{E745965A-2BF1-4EAA-A98D-83B927AFA3EE}" dt="2026-04-15T06:28:58.055" v="464" actId="26606"/>
          <ac:spMkLst>
            <pc:docMk/>
            <pc:sldMk cId="2928657015" sldId="258"/>
            <ac:spMk id="22" creationId="{F68B3F68-107C-434F-AA38-110D5EA91B85}"/>
          </ac:spMkLst>
        </pc:spChg>
        <pc:spChg chg="add del">
          <ac:chgData name="Miles Chen" userId="72d76a9c-527f-4adb-9bb5-895b0eda2390" providerId="ADAL" clId="{E745965A-2BF1-4EAA-A98D-83B927AFA3EE}" dt="2026-04-15T06:28:58.055" v="464" actId="26606"/>
          <ac:spMkLst>
            <pc:docMk/>
            <pc:sldMk cId="2928657015" sldId="258"/>
            <ac:spMk id="23" creationId="{AAD0DBB9-1A4B-4391-81D4-CB19F9AB918A}"/>
          </ac:spMkLst>
        </pc:spChg>
        <pc:spChg chg="add del">
          <ac:chgData name="Miles Chen" userId="72d76a9c-527f-4adb-9bb5-895b0eda2390" providerId="ADAL" clId="{E745965A-2BF1-4EAA-A98D-83B927AFA3EE}" dt="2026-04-15T06:28:58.055" v="464" actId="26606"/>
          <ac:spMkLst>
            <pc:docMk/>
            <pc:sldMk cId="2928657015" sldId="258"/>
            <ac:spMk id="24" creationId="{063BBA22-50EA-4C4D-BE05-F1CE4E63AA56}"/>
          </ac:spMkLst>
        </pc:spChg>
        <pc:spChg chg="add">
          <ac:chgData name="Miles Chen" userId="72d76a9c-527f-4adb-9bb5-895b0eda2390" providerId="ADAL" clId="{E745965A-2BF1-4EAA-A98D-83B927AFA3EE}" dt="2026-04-15T06:28:58.055" v="464" actId="26606"/>
          <ac:spMkLst>
            <pc:docMk/>
            <pc:sldMk cId="2928657015" sldId="258"/>
            <ac:spMk id="31" creationId="{B50AB553-2A96-4A92-96F2-93548E096954}"/>
          </ac:spMkLst>
        </pc:spChg>
        <pc:graphicFrameChg chg="add del">
          <ac:chgData name="Miles Chen" userId="72d76a9c-527f-4adb-9bb5-895b0eda2390" providerId="ADAL" clId="{E745965A-2BF1-4EAA-A98D-83B927AFA3EE}" dt="2026-04-15T06:22:14.936" v="381" actId="26606"/>
          <ac:graphicFrameMkLst>
            <pc:docMk/>
            <pc:sldMk cId="2928657015" sldId="258"/>
            <ac:graphicFrameMk id="5" creationId="{5BF7507C-69D4-8450-0B42-3CD8914CE724}"/>
          </ac:graphicFrameMkLst>
        </pc:graphicFrameChg>
        <pc:graphicFrameChg chg="add mod modGraphic">
          <ac:chgData name="Miles Chen" userId="72d76a9c-527f-4adb-9bb5-895b0eda2390" providerId="ADAL" clId="{E745965A-2BF1-4EAA-A98D-83B927AFA3EE}" dt="2026-04-15T08:41:59.470" v="2621" actId="207"/>
          <ac:graphicFrameMkLst>
            <pc:docMk/>
            <pc:sldMk cId="2928657015" sldId="258"/>
            <ac:graphicFrameMk id="25" creationId="{D91E023C-F684-52A7-4A57-A8E822EC8AF0}"/>
          </ac:graphicFrameMkLst>
        </pc:graphicFrameChg>
        <pc:picChg chg="add">
          <ac:chgData name="Miles Chen" userId="72d76a9c-527f-4adb-9bb5-895b0eda2390" providerId="ADAL" clId="{E745965A-2BF1-4EAA-A98D-83B927AFA3EE}" dt="2026-04-15T06:28:58.055" v="464" actId="26606"/>
          <ac:picMkLst>
            <pc:docMk/>
            <pc:sldMk cId="2928657015" sldId="258"/>
            <ac:picMk id="27" creationId="{D808E1C8-7AF6-4D41-C655-7BDCA11FC8E2}"/>
          </ac:picMkLst>
        </pc:picChg>
      </pc:sldChg>
      <pc:sldChg chg="addSp delSp modSp new del mod setBg">
        <pc:chgData name="Miles Chen" userId="72d76a9c-527f-4adb-9bb5-895b0eda2390" providerId="ADAL" clId="{E745965A-2BF1-4EAA-A98D-83B927AFA3EE}" dt="2026-04-15T06:24:32.046" v="406" actId="47"/>
        <pc:sldMkLst>
          <pc:docMk/>
          <pc:sldMk cId="495318606" sldId="259"/>
        </pc:sldMkLst>
        <pc:spChg chg="mod">
          <ac:chgData name="Miles Chen" userId="72d76a9c-527f-4adb-9bb5-895b0eda2390" providerId="ADAL" clId="{E745965A-2BF1-4EAA-A98D-83B927AFA3EE}" dt="2026-04-15T06:22:59.536" v="385" actId="26606"/>
          <ac:spMkLst>
            <pc:docMk/>
            <pc:sldMk cId="495318606" sldId="259"/>
            <ac:spMk id="2" creationId="{3A0E2D03-2521-AC9E-670C-5F4446E717A1}"/>
          </ac:spMkLst>
        </pc:spChg>
        <pc:spChg chg="del">
          <ac:chgData name="Miles Chen" userId="72d76a9c-527f-4adb-9bb5-895b0eda2390" providerId="ADAL" clId="{E745965A-2BF1-4EAA-A98D-83B927AFA3EE}" dt="2026-04-15T06:17:46.057" v="349" actId="22"/>
          <ac:spMkLst>
            <pc:docMk/>
            <pc:sldMk cId="495318606" sldId="259"/>
            <ac:spMk id="3" creationId="{85E2D4A3-3C72-6367-2D41-899C9EB43467}"/>
          </ac:spMkLst>
        </pc:spChg>
        <pc:spChg chg="add">
          <ac:chgData name="Miles Chen" userId="72d76a9c-527f-4adb-9bb5-895b0eda2390" providerId="ADAL" clId="{E745965A-2BF1-4EAA-A98D-83B927AFA3EE}" dt="2026-04-15T06:22:59.536" v="385" actId="26606"/>
          <ac:spMkLst>
            <pc:docMk/>
            <pc:sldMk cId="495318606" sldId="259"/>
            <ac:spMk id="10" creationId="{A4AC5506-6312-4701-8D3C-40187889A947}"/>
          </ac:spMkLst>
        </pc:spChg>
        <pc:picChg chg="add mod ord">
          <ac:chgData name="Miles Chen" userId="72d76a9c-527f-4adb-9bb5-895b0eda2390" providerId="ADAL" clId="{E745965A-2BF1-4EAA-A98D-83B927AFA3EE}" dt="2026-04-15T06:22:59.536" v="385" actId="26606"/>
          <ac:picMkLst>
            <pc:docMk/>
            <pc:sldMk cId="495318606" sldId="259"/>
            <ac:picMk id="5" creationId="{346DEF49-38ED-6699-A466-783C0DB154BA}"/>
          </ac:picMkLst>
        </pc:picChg>
      </pc:sldChg>
      <pc:sldChg chg="addSp delSp modSp new mod chgLayout">
        <pc:chgData name="Miles Chen" userId="72d76a9c-527f-4adb-9bb5-895b0eda2390" providerId="ADAL" clId="{E745965A-2BF1-4EAA-A98D-83B927AFA3EE}" dt="2026-04-15T10:47:02.269" v="3050" actId="207"/>
        <pc:sldMkLst>
          <pc:docMk/>
          <pc:sldMk cId="3709847591" sldId="260"/>
        </pc:sldMkLst>
        <pc:spChg chg="mod ord">
          <ac:chgData name="Miles Chen" userId="72d76a9c-527f-4adb-9bb5-895b0eda2390" providerId="ADAL" clId="{E745965A-2BF1-4EAA-A98D-83B927AFA3EE}" dt="2026-04-15T10:47:02.269" v="3050" actId="207"/>
          <ac:spMkLst>
            <pc:docMk/>
            <pc:sldMk cId="3709847591" sldId="260"/>
            <ac:spMk id="2" creationId="{FC4FCD53-C3B1-E919-EB14-0632E9C6D25A}"/>
          </ac:spMkLst>
        </pc:spChg>
        <pc:spChg chg="del">
          <ac:chgData name="Miles Chen" userId="72d76a9c-527f-4adb-9bb5-895b0eda2390" providerId="ADAL" clId="{E745965A-2BF1-4EAA-A98D-83B927AFA3EE}" dt="2026-04-15T06:19:35.925" v="351" actId="22"/>
          <ac:spMkLst>
            <pc:docMk/>
            <pc:sldMk cId="3709847591" sldId="260"/>
            <ac:spMk id="3" creationId="{86CC527D-267A-187A-9B32-42ADB708264E}"/>
          </ac:spMkLst>
        </pc:spChg>
        <pc:picChg chg="add mod ord">
          <ac:chgData name="Miles Chen" userId="72d76a9c-527f-4adb-9bb5-895b0eda2390" providerId="ADAL" clId="{E745965A-2BF1-4EAA-A98D-83B927AFA3EE}" dt="2026-04-15T06:26:31.674" v="440" actId="1076"/>
          <ac:picMkLst>
            <pc:docMk/>
            <pc:sldMk cId="3709847591" sldId="260"/>
            <ac:picMk id="5" creationId="{4A6636F7-1EAE-4C9F-1102-64C8ABF8196A}"/>
          </ac:picMkLst>
        </pc:picChg>
      </pc:sldChg>
      <pc:sldChg chg="addSp delSp add del setBg delDesignElem">
        <pc:chgData name="Miles Chen" userId="72d76a9c-527f-4adb-9bb5-895b0eda2390" providerId="ADAL" clId="{E745965A-2BF1-4EAA-A98D-83B927AFA3EE}" dt="2026-04-15T06:23:38.860" v="391"/>
        <pc:sldMkLst>
          <pc:docMk/>
          <pc:sldMk cId="2137359775" sldId="261"/>
        </pc:sldMkLst>
        <pc:spChg chg="add del">
          <ac:chgData name="Miles Chen" userId="72d76a9c-527f-4adb-9bb5-895b0eda2390" providerId="ADAL" clId="{E745965A-2BF1-4EAA-A98D-83B927AFA3EE}" dt="2026-04-15T06:23:38.860" v="391"/>
          <ac:spMkLst>
            <pc:docMk/>
            <pc:sldMk cId="2137359775" sldId="261"/>
            <ac:spMk id="21" creationId="{7071B7E7-A350-C7D9-A0E1-5CB27441EC4A}"/>
          </ac:spMkLst>
        </pc:spChg>
        <pc:spChg chg="add del">
          <ac:chgData name="Miles Chen" userId="72d76a9c-527f-4adb-9bb5-895b0eda2390" providerId="ADAL" clId="{E745965A-2BF1-4EAA-A98D-83B927AFA3EE}" dt="2026-04-15T06:23:38.860" v="391"/>
          <ac:spMkLst>
            <pc:docMk/>
            <pc:sldMk cId="2137359775" sldId="261"/>
            <ac:spMk id="22" creationId="{24B54349-0F1B-DCC4-3485-AD00E4FCB0CC}"/>
          </ac:spMkLst>
        </pc:spChg>
        <pc:spChg chg="add del">
          <ac:chgData name="Miles Chen" userId="72d76a9c-527f-4adb-9bb5-895b0eda2390" providerId="ADAL" clId="{E745965A-2BF1-4EAA-A98D-83B927AFA3EE}" dt="2026-04-15T06:23:38.860" v="391"/>
          <ac:spMkLst>
            <pc:docMk/>
            <pc:sldMk cId="2137359775" sldId="261"/>
            <ac:spMk id="23" creationId="{FF646A37-06F6-6212-5F33-ADD3200EBC8A}"/>
          </ac:spMkLst>
        </pc:spChg>
        <pc:spChg chg="add del">
          <ac:chgData name="Miles Chen" userId="72d76a9c-527f-4adb-9bb5-895b0eda2390" providerId="ADAL" clId="{E745965A-2BF1-4EAA-A98D-83B927AFA3EE}" dt="2026-04-15T06:23:38.860" v="391"/>
          <ac:spMkLst>
            <pc:docMk/>
            <pc:sldMk cId="2137359775" sldId="261"/>
            <ac:spMk id="24" creationId="{72806D7C-41FC-B6B5-3B7D-5BD211E4D0D8}"/>
          </ac:spMkLst>
        </pc:spChg>
      </pc:sldChg>
      <pc:sldChg chg="addSp delSp modSp add del mod setBg delDesignElem">
        <pc:chgData name="Miles Chen" userId="72d76a9c-527f-4adb-9bb5-895b0eda2390" providerId="ADAL" clId="{E745965A-2BF1-4EAA-A98D-83B927AFA3EE}" dt="2026-04-15T06:25:06.384" v="413" actId="47"/>
        <pc:sldMkLst>
          <pc:docMk/>
          <pc:sldMk cId="2972594376" sldId="261"/>
        </pc:sldMkLst>
        <pc:spChg chg="add del mod">
          <ac:chgData name="Miles Chen" userId="72d76a9c-527f-4adb-9bb5-895b0eda2390" providerId="ADAL" clId="{E745965A-2BF1-4EAA-A98D-83B927AFA3EE}" dt="2026-04-15T06:24:17.879" v="400" actId="478"/>
          <ac:spMkLst>
            <pc:docMk/>
            <pc:sldMk cId="2972594376" sldId="261"/>
            <ac:spMk id="4" creationId="{F5640D88-75E6-8E81-BF2B-C18A3DD97B81}"/>
          </ac:spMkLst>
        </pc:spChg>
        <pc:spChg chg="del">
          <ac:chgData name="Miles Chen" userId="72d76a9c-527f-4adb-9bb5-895b0eda2390" providerId="ADAL" clId="{E745965A-2BF1-4EAA-A98D-83B927AFA3EE}" dt="2026-04-15T06:23:42.140" v="393"/>
          <ac:spMkLst>
            <pc:docMk/>
            <pc:sldMk cId="2972594376" sldId="261"/>
            <ac:spMk id="21" creationId="{B61D393D-0549-FB3D-35F6-183A9C3FDF2F}"/>
          </ac:spMkLst>
        </pc:spChg>
        <pc:spChg chg="del">
          <ac:chgData name="Miles Chen" userId="72d76a9c-527f-4adb-9bb5-895b0eda2390" providerId="ADAL" clId="{E745965A-2BF1-4EAA-A98D-83B927AFA3EE}" dt="2026-04-15T06:23:42.140" v="393"/>
          <ac:spMkLst>
            <pc:docMk/>
            <pc:sldMk cId="2972594376" sldId="261"/>
            <ac:spMk id="22" creationId="{64F2D4AE-06BD-B9E8-D48B-1743C5EB710E}"/>
          </ac:spMkLst>
        </pc:spChg>
        <pc:spChg chg="del">
          <ac:chgData name="Miles Chen" userId="72d76a9c-527f-4adb-9bb5-895b0eda2390" providerId="ADAL" clId="{E745965A-2BF1-4EAA-A98D-83B927AFA3EE}" dt="2026-04-15T06:23:42.140" v="393"/>
          <ac:spMkLst>
            <pc:docMk/>
            <pc:sldMk cId="2972594376" sldId="261"/>
            <ac:spMk id="23" creationId="{31ED7AFE-18B3-6D55-3923-68840120955A}"/>
          </ac:spMkLst>
        </pc:spChg>
        <pc:spChg chg="del">
          <ac:chgData name="Miles Chen" userId="72d76a9c-527f-4adb-9bb5-895b0eda2390" providerId="ADAL" clId="{E745965A-2BF1-4EAA-A98D-83B927AFA3EE}" dt="2026-04-15T06:23:42.140" v="393"/>
          <ac:spMkLst>
            <pc:docMk/>
            <pc:sldMk cId="2972594376" sldId="261"/>
            <ac:spMk id="24" creationId="{95499193-1AD0-FAC2-784F-55BDF818E4AC}"/>
          </ac:spMkLst>
        </pc:spChg>
        <pc:spChg chg="add del">
          <ac:chgData name="Miles Chen" userId="72d76a9c-527f-4adb-9bb5-895b0eda2390" providerId="ADAL" clId="{E745965A-2BF1-4EAA-A98D-83B927AFA3EE}" dt="2026-04-15T06:23:55.709" v="395" actId="26606"/>
          <ac:spMkLst>
            <pc:docMk/>
            <pc:sldMk cId="2972594376" sldId="261"/>
            <ac:spMk id="30" creationId="{BACC6370-2D7E-4714-9D71-7542949D7D5D}"/>
          </ac:spMkLst>
        </pc:spChg>
        <pc:spChg chg="add del">
          <ac:chgData name="Miles Chen" userId="72d76a9c-527f-4adb-9bb5-895b0eda2390" providerId="ADAL" clId="{E745965A-2BF1-4EAA-A98D-83B927AFA3EE}" dt="2026-04-15T06:23:55.709" v="395" actId="26606"/>
          <ac:spMkLst>
            <pc:docMk/>
            <pc:sldMk cId="2972594376" sldId="261"/>
            <ac:spMk id="32" creationId="{F68B3F68-107C-434F-AA38-110D5EA91B85}"/>
          </ac:spMkLst>
        </pc:spChg>
        <pc:spChg chg="add del">
          <ac:chgData name="Miles Chen" userId="72d76a9c-527f-4adb-9bb5-895b0eda2390" providerId="ADAL" clId="{E745965A-2BF1-4EAA-A98D-83B927AFA3EE}" dt="2026-04-15T06:23:55.709" v="395" actId="26606"/>
          <ac:spMkLst>
            <pc:docMk/>
            <pc:sldMk cId="2972594376" sldId="261"/>
            <ac:spMk id="34" creationId="{AAD0DBB9-1A4B-4391-81D4-CB19F9AB918A}"/>
          </ac:spMkLst>
        </pc:spChg>
        <pc:spChg chg="add del">
          <ac:chgData name="Miles Chen" userId="72d76a9c-527f-4adb-9bb5-895b0eda2390" providerId="ADAL" clId="{E745965A-2BF1-4EAA-A98D-83B927AFA3EE}" dt="2026-04-15T06:23:55.709" v="395" actId="26606"/>
          <ac:spMkLst>
            <pc:docMk/>
            <pc:sldMk cId="2972594376" sldId="261"/>
            <ac:spMk id="36" creationId="{063BBA22-50EA-4C4D-BE05-F1CE4E63AA56}"/>
          </ac:spMkLst>
        </pc:spChg>
        <pc:spChg chg="add del">
          <ac:chgData name="Miles Chen" userId="72d76a9c-527f-4adb-9bb5-895b0eda2390" providerId="ADAL" clId="{E745965A-2BF1-4EAA-A98D-83B927AFA3EE}" dt="2026-04-15T06:23:57.860" v="397" actId="26606"/>
          <ac:spMkLst>
            <pc:docMk/>
            <pc:sldMk cId="2972594376" sldId="261"/>
            <ac:spMk id="38" creationId="{BACC6370-2D7E-4714-9D71-7542949D7D5D}"/>
          </ac:spMkLst>
        </pc:spChg>
        <pc:spChg chg="add del">
          <ac:chgData name="Miles Chen" userId="72d76a9c-527f-4adb-9bb5-895b0eda2390" providerId="ADAL" clId="{E745965A-2BF1-4EAA-A98D-83B927AFA3EE}" dt="2026-04-15T06:23:57.860" v="397" actId="26606"/>
          <ac:spMkLst>
            <pc:docMk/>
            <pc:sldMk cId="2972594376" sldId="261"/>
            <ac:spMk id="39" creationId="{F68B3F68-107C-434F-AA38-110D5EA91B85}"/>
          </ac:spMkLst>
        </pc:spChg>
        <pc:spChg chg="add del">
          <ac:chgData name="Miles Chen" userId="72d76a9c-527f-4adb-9bb5-895b0eda2390" providerId="ADAL" clId="{E745965A-2BF1-4EAA-A98D-83B927AFA3EE}" dt="2026-04-15T06:23:57.860" v="397" actId="26606"/>
          <ac:spMkLst>
            <pc:docMk/>
            <pc:sldMk cId="2972594376" sldId="261"/>
            <ac:spMk id="40" creationId="{AAD0DBB9-1A4B-4391-81D4-CB19F9AB918A}"/>
          </ac:spMkLst>
        </pc:spChg>
        <pc:spChg chg="add del">
          <ac:chgData name="Miles Chen" userId="72d76a9c-527f-4adb-9bb5-895b0eda2390" providerId="ADAL" clId="{E745965A-2BF1-4EAA-A98D-83B927AFA3EE}" dt="2026-04-15T06:23:57.860" v="397" actId="26606"/>
          <ac:spMkLst>
            <pc:docMk/>
            <pc:sldMk cId="2972594376" sldId="261"/>
            <ac:spMk id="41" creationId="{063BBA22-50EA-4C4D-BE05-F1CE4E63AA56}"/>
          </ac:spMkLst>
        </pc:spChg>
        <pc:spChg chg="add">
          <ac:chgData name="Miles Chen" userId="72d76a9c-527f-4adb-9bb5-895b0eda2390" providerId="ADAL" clId="{E745965A-2BF1-4EAA-A98D-83B927AFA3EE}" dt="2026-04-15T06:23:57.874" v="398" actId="26606"/>
          <ac:spMkLst>
            <pc:docMk/>
            <pc:sldMk cId="2972594376" sldId="261"/>
            <ac:spMk id="43" creationId="{BACC6370-2D7E-4714-9D71-7542949D7D5D}"/>
          </ac:spMkLst>
        </pc:spChg>
        <pc:spChg chg="add">
          <ac:chgData name="Miles Chen" userId="72d76a9c-527f-4adb-9bb5-895b0eda2390" providerId="ADAL" clId="{E745965A-2BF1-4EAA-A98D-83B927AFA3EE}" dt="2026-04-15T06:23:57.874" v="398" actId="26606"/>
          <ac:spMkLst>
            <pc:docMk/>
            <pc:sldMk cId="2972594376" sldId="261"/>
            <ac:spMk id="44" creationId="{F68B3F68-107C-434F-AA38-110D5EA91B85}"/>
          </ac:spMkLst>
        </pc:spChg>
        <pc:spChg chg="add">
          <ac:chgData name="Miles Chen" userId="72d76a9c-527f-4adb-9bb5-895b0eda2390" providerId="ADAL" clId="{E745965A-2BF1-4EAA-A98D-83B927AFA3EE}" dt="2026-04-15T06:23:57.874" v="398" actId="26606"/>
          <ac:spMkLst>
            <pc:docMk/>
            <pc:sldMk cId="2972594376" sldId="261"/>
            <ac:spMk id="45" creationId="{AAD0DBB9-1A4B-4391-81D4-CB19F9AB918A}"/>
          </ac:spMkLst>
        </pc:spChg>
        <pc:spChg chg="add">
          <ac:chgData name="Miles Chen" userId="72d76a9c-527f-4adb-9bb5-895b0eda2390" providerId="ADAL" clId="{E745965A-2BF1-4EAA-A98D-83B927AFA3EE}" dt="2026-04-15T06:23:57.874" v="398" actId="26606"/>
          <ac:spMkLst>
            <pc:docMk/>
            <pc:sldMk cId="2972594376" sldId="261"/>
            <ac:spMk id="46" creationId="{063BBA22-50EA-4C4D-BE05-F1CE4E63AA56}"/>
          </ac:spMkLst>
        </pc:spChg>
        <pc:graphicFrameChg chg="del mod modGraphic">
          <ac:chgData name="Miles Chen" userId="72d76a9c-527f-4adb-9bb5-895b0eda2390" providerId="ADAL" clId="{E745965A-2BF1-4EAA-A98D-83B927AFA3EE}" dt="2026-04-15T06:24:14.930" v="399" actId="478"/>
          <ac:graphicFrameMkLst>
            <pc:docMk/>
            <pc:sldMk cId="2972594376" sldId="261"/>
            <ac:graphicFrameMk id="25" creationId="{53F88B37-E484-FFD0-AF56-01AB3D7C0883}"/>
          </ac:graphicFrameMkLst>
        </pc:graphicFrameChg>
        <pc:picChg chg="add mod">
          <ac:chgData name="Miles Chen" userId="72d76a9c-527f-4adb-9bb5-895b0eda2390" providerId="ADAL" clId="{E745965A-2BF1-4EAA-A98D-83B927AFA3EE}" dt="2026-04-15T06:24:28.455" v="405" actId="1076"/>
          <ac:picMkLst>
            <pc:docMk/>
            <pc:sldMk cId="2972594376" sldId="261"/>
            <ac:picMk id="5" creationId="{34B9FFF0-95CE-A402-77B5-EDCC32EB6DE8}"/>
          </ac:picMkLst>
        </pc:picChg>
      </pc:sldChg>
      <pc:sldChg chg="addSp delSp modSp add mod setBg delDesignElem chgLayout">
        <pc:chgData name="Miles Chen" userId="72d76a9c-527f-4adb-9bb5-895b0eda2390" providerId="ADAL" clId="{E745965A-2BF1-4EAA-A98D-83B927AFA3EE}" dt="2026-04-15T10:47:05.864" v="3051" actId="207"/>
        <pc:sldMkLst>
          <pc:docMk/>
          <pc:sldMk cId="1726588163" sldId="262"/>
        </pc:sldMkLst>
        <pc:spChg chg="mod ord">
          <ac:chgData name="Miles Chen" userId="72d76a9c-527f-4adb-9bb5-895b0eda2390" providerId="ADAL" clId="{E745965A-2BF1-4EAA-A98D-83B927AFA3EE}" dt="2026-04-15T06:27:10.612" v="448" actId="700"/>
          <ac:spMkLst>
            <pc:docMk/>
            <pc:sldMk cId="1726588163" sldId="262"/>
            <ac:spMk id="2" creationId="{89A73F3E-9CAC-D69B-013C-C583F24D0E97}"/>
          </ac:spMkLst>
        </pc:spChg>
        <pc:spChg chg="add mod">
          <ac:chgData name="Miles Chen" userId="72d76a9c-527f-4adb-9bb5-895b0eda2390" providerId="ADAL" clId="{E745965A-2BF1-4EAA-A98D-83B927AFA3EE}" dt="2026-04-15T10:47:05.864" v="3051" actId="207"/>
          <ac:spMkLst>
            <pc:docMk/>
            <pc:sldMk cId="1726588163" sldId="262"/>
            <ac:spMk id="3" creationId="{EE20E4DC-618C-030A-73B8-DF3CE3EEF710}"/>
          </ac:spMkLst>
        </pc:spChg>
        <pc:spChg chg="del">
          <ac:chgData name="Miles Chen" userId="72d76a9c-527f-4adb-9bb5-895b0eda2390" providerId="ADAL" clId="{E745965A-2BF1-4EAA-A98D-83B927AFA3EE}" dt="2026-04-15T06:24:36.148" v="408"/>
          <ac:spMkLst>
            <pc:docMk/>
            <pc:sldMk cId="1726588163" sldId="262"/>
            <ac:spMk id="43" creationId="{05E4C0AF-E204-6B13-6EEC-BC81097C4099}"/>
          </ac:spMkLst>
        </pc:spChg>
        <pc:spChg chg="del">
          <ac:chgData name="Miles Chen" userId="72d76a9c-527f-4adb-9bb5-895b0eda2390" providerId="ADAL" clId="{E745965A-2BF1-4EAA-A98D-83B927AFA3EE}" dt="2026-04-15T06:24:36.148" v="408"/>
          <ac:spMkLst>
            <pc:docMk/>
            <pc:sldMk cId="1726588163" sldId="262"/>
            <ac:spMk id="44" creationId="{D55F6B8A-4A32-B196-CC2F-8D2D3A54C8EC}"/>
          </ac:spMkLst>
        </pc:spChg>
        <pc:spChg chg="del">
          <ac:chgData name="Miles Chen" userId="72d76a9c-527f-4adb-9bb5-895b0eda2390" providerId="ADAL" clId="{E745965A-2BF1-4EAA-A98D-83B927AFA3EE}" dt="2026-04-15T06:24:36.148" v="408"/>
          <ac:spMkLst>
            <pc:docMk/>
            <pc:sldMk cId="1726588163" sldId="262"/>
            <ac:spMk id="45" creationId="{34B80139-F48C-F33F-B691-33D333CDFEC4}"/>
          </ac:spMkLst>
        </pc:spChg>
        <pc:spChg chg="del">
          <ac:chgData name="Miles Chen" userId="72d76a9c-527f-4adb-9bb5-895b0eda2390" providerId="ADAL" clId="{E745965A-2BF1-4EAA-A98D-83B927AFA3EE}" dt="2026-04-15T06:24:36.148" v="408"/>
          <ac:spMkLst>
            <pc:docMk/>
            <pc:sldMk cId="1726588163" sldId="262"/>
            <ac:spMk id="46" creationId="{574DAC55-C397-BC33-A584-EE07A5100A00}"/>
          </ac:spMkLst>
        </pc:spChg>
        <pc:picChg chg="mod ord">
          <ac:chgData name="Miles Chen" userId="72d76a9c-527f-4adb-9bb5-895b0eda2390" providerId="ADAL" clId="{E745965A-2BF1-4EAA-A98D-83B927AFA3EE}" dt="2026-04-15T06:27:10.612" v="448" actId="700"/>
          <ac:picMkLst>
            <pc:docMk/>
            <pc:sldMk cId="1726588163" sldId="262"/>
            <ac:picMk id="5" creationId="{60579B2E-7BE7-EAF9-1724-01564BCF35AD}"/>
          </ac:picMkLst>
        </pc:picChg>
      </pc:sldChg>
      <pc:sldChg chg="addSp delSp add del setBg delDesignElem">
        <pc:chgData name="Miles Chen" userId="72d76a9c-527f-4adb-9bb5-895b0eda2390" providerId="ADAL" clId="{E745965A-2BF1-4EAA-A98D-83B927AFA3EE}" dt="2026-04-15T06:24:56.928" v="412"/>
        <pc:sldMkLst>
          <pc:docMk/>
          <pc:sldMk cId="3064164371" sldId="263"/>
        </pc:sldMkLst>
        <pc:spChg chg="add del">
          <ac:chgData name="Miles Chen" userId="72d76a9c-527f-4adb-9bb5-895b0eda2390" providerId="ADAL" clId="{E745965A-2BF1-4EAA-A98D-83B927AFA3EE}" dt="2026-04-15T06:24:56.928" v="412"/>
          <ac:spMkLst>
            <pc:docMk/>
            <pc:sldMk cId="3064164371" sldId="263"/>
            <ac:spMk id="43" creationId="{CB81D8C4-498C-64B3-56C0-B6D1D9F94692}"/>
          </ac:spMkLst>
        </pc:spChg>
        <pc:spChg chg="add del">
          <ac:chgData name="Miles Chen" userId="72d76a9c-527f-4adb-9bb5-895b0eda2390" providerId="ADAL" clId="{E745965A-2BF1-4EAA-A98D-83B927AFA3EE}" dt="2026-04-15T06:24:56.928" v="412"/>
          <ac:spMkLst>
            <pc:docMk/>
            <pc:sldMk cId="3064164371" sldId="263"/>
            <ac:spMk id="44" creationId="{A213BFC9-B29B-FF97-D368-19DAA3041001}"/>
          </ac:spMkLst>
        </pc:spChg>
        <pc:spChg chg="add del">
          <ac:chgData name="Miles Chen" userId="72d76a9c-527f-4adb-9bb5-895b0eda2390" providerId="ADAL" clId="{E745965A-2BF1-4EAA-A98D-83B927AFA3EE}" dt="2026-04-15T06:24:56.928" v="412"/>
          <ac:spMkLst>
            <pc:docMk/>
            <pc:sldMk cId="3064164371" sldId="263"/>
            <ac:spMk id="45" creationId="{2BE30583-43BE-661B-0083-A409EDE3BCA1}"/>
          </ac:spMkLst>
        </pc:spChg>
        <pc:spChg chg="add del">
          <ac:chgData name="Miles Chen" userId="72d76a9c-527f-4adb-9bb5-895b0eda2390" providerId="ADAL" clId="{E745965A-2BF1-4EAA-A98D-83B927AFA3EE}" dt="2026-04-15T06:24:56.928" v="412"/>
          <ac:spMkLst>
            <pc:docMk/>
            <pc:sldMk cId="3064164371" sldId="263"/>
            <ac:spMk id="46" creationId="{C2D0A197-DFE3-8D30-59C5-7B81F2B3BBD2}"/>
          </ac:spMkLst>
        </pc:spChg>
      </pc:sldChg>
      <pc:sldChg chg="addSp delSp modSp new mod">
        <pc:chgData name="Miles Chen" userId="72d76a9c-527f-4adb-9bb5-895b0eda2390" providerId="ADAL" clId="{E745965A-2BF1-4EAA-A98D-83B927AFA3EE}" dt="2026-04-15T08:40:54.967" v="2617" actId="115"/>
        <pc:sldMkLst>
          <pc:docMk/>
          <pc:sldMk cId="3610166572" sldId="263"/>
        </pc:sldMkLst>
        <pc:spChg chg="mod">
          <ac:chgData name="Miles Chen" userId="72d76a9c-527f-4adb-9bb5-895b0eda2390" providerId="ADAL" clId="{E745965A-2BF1-4EAA-A98D-83B927AFA3EE}" dt="2026-04-15T08:40:54.967" v="2617" actId="115"/>
          <ac:spMkLst>
            <pc:docMk/>
            <pc:sldMk cId="3610166572" sldId="263"/>
            <ac:spMk id="2" creationId="{B2B0EFB4-A11B-8339-AECE-009CE35938BA}"/>
          </ac:spMkLst>
        </pc:spChg>
        <pc:spChg chg="del">
          <ac:chgData name="Miles Chen" userId="72d76a9c-527f-4adb-9bb5-895b0eda2390" providerId="ADAL" clId="{E745965A-2BF1-4EAA-A98D-83B927AFA3EE}" dt="2026-04-15T08:13:20.356" v="2240" actId="22"/>
          <ac:spMkLst>
            <pc:docMk/>
            <pc:sldMk cId="3610166572" sldId="263"/>
            <ac:spMk id="3" creationId="{73878A03-4405-9A52-8251-1A5D441F1D1A}"/>
          </ac:spMkLst>
        </pc:spChg>
        <pc:spChg chg="add del mod">
          <ac:chgData name="Miles Chen" userId="72d76a9c-527f-4adb-9bb5-895b0eda2390" providerId="ADAL" clId="{E745965A-2BF1-4EAA-A98D-83B927AFA3EE}" dt="2026-04-15T08:14:21.985" v="2242" actId="22"/>
          <ac:spMkLst>
            <pc:docMk/>
            <pc:sldMk cId="3610166572" sldId="263"/>
            <ac:spMk id="7" creationId="{3AAB003B-2682-1E74-A85A-AEA71940CD53}"/>
          </ac:spMkLst>
        </pc:spChg>
        <pc:spChg chg="add del mod">
          <ac:chgData name="Miles Chen" userId="72d76a9c-527f-4adb-9bb5-895b0eda2390" providerId="ADAL" clId="{E745965A-2BF1-4EAA-A98D-83B927AFA3EE}" dt="2026-04-15T08:24:48.918" v="2267" actId="478"/>
          <ac:spMkLst>
            <pc:docMk/>
            <pc:sldMk cId="3610166572" sldId="263"/>
            <ac:spMk id="11" creationId="{94B32EA9-E734-3D29-3EB3-2E9B6668CF48}"/>
          </ac:spMkLst>
        </pc:spChg>
        <pc:spChg chg="add mod">
          <ac:chgData name="Miles Chen" userId="72d76a9c-527f-4adb-9bb5-895b0eda2390" providerId="ADAL" clId="{E745965A-2BF1-4EAA-A98D-83B927AFA3EE}" dt="2026-04-15T08:25:06.667" v="2285" actId="1036"/>
          <ac:spMkLst>
            <pc:docMk/>
            <pc:sldMk cId="3610166572" sldId="263"/>
            <ac:spMk id="14" creationId="{532EF9DB-F425-B827-5172-85C175164093}"/>
          </ac:spMkLst>
        </pc:spChg>
        <pc:picChg chg="add del mod ord">
          <ac:chgData name="Miles Chen" userId="72d76a9c-527f-4adb-9bb5-895b0eda2390" providerId="ADAL" clId="{E745965A-2BF1-4EAA-A98D-83B927AFA3EE}" dt="2026-04-15T08:14:19.919" v="2241" actId="478"/>
          <ac:picMkLst>
            <pc:docMk/>
            <pc:sldMk cId="3610166572" sldId="263"/>
            <ac:picMk id="5" creationId="{C74DA717-BA70-EA99-E691-5EE94EBA595D}"/>
          </ac:picMkLst>
        </pc:picChg>
        <pc:picChg chg="add del mod ord">
          <ac:chgData name="Miles Chen" userId="72d76a9c-527f-4adb-9bb5-895b0eda2390" providerId="ADAL" clId="{E745965A-2BF1-4EAA-A98D-83B927AFA3EE}" dt="2026-04-15T08:23:51.514" v="2254" actId="478"/>
          <ac:picMkLst>
            <pc:docMk/>
            <pc:sldMk cId="3610166572" sldId="263"/>
            <ac:picMk id="9" creationId="{45AD5B67-D03B-447E-DE42-C082920F9D74}"/>
          </ac:picMkLst>
        </pc:picChg>
        <pc:picChg chg="add mod">
          <ac:chgData name="Miles Chen" userId="72d76a9c-527f-4adb-9bb5-895b0eda2390" providerId="ADAL" clId="{E745965A-2BF1-4EAA-A98D-83B927AFA3EE}" dt="2026-04-15T08:25:06.667" v="2285" actId="1036"/>
          <ac:picMkLst>
            <pc:docMk/>
            <pc:sldMk cId="3610166572" sldId="263"/>
            <ac:picMk id="13" creationId="{58B4365B-4099-986A-5F3C-13B7C4FD5B6E}"/>
          </ac:picMkLst>
        </pc:picChg>
      </pc:sldChg>
      <pc:sldChg chg="addSp delSp add del setBg delDesignElem">
        <pc:chgData name="Miles Chen" userId="72d76a9c-527f-4adb-9bb5-895b0eda2390" providerId="ADAL" clId="{E745965A-2BF1-4EAA-A98D-83B927AFA3EE}" dt="2026-04-15T06:28:51.762" v="463"/>
        <pc:sldMkLst>
          <pc:docMk/>
          <pc:sldMk cId="4072716932" sldId="263"/>
        </pc:sldMkLst>
        <pc:spChg chg="add del">
          <ac:chgData name="Miles Chen" userId="72d76a9c-527f-4adb-9bb5-895b0eda2390" providerId="ADAL" clId="{E745965A-2BF1-4EAA-A98D-83B927AFA3EE}" dt="2026-04-15T06:28:51.762" v="463"/>
          <ac:spMkLst>
            <pc:docMk/>
            <pc:sldMk cId="4072716932" sldId="263"/>
            <ac:spMk id="21" creationId="{309F1768-FACB-D368-B157-701AF908DB54}"/>
          </ac:spMkLst>
        </pc:spChg>
        <pc:spChg chg="add del">
          <ac:chgData name="Miles Chen" userId="72d76a9c-527f-4adb-9bb5-895b0eda2390" providerId="ADAL" clId="{E745965A-2BF1-4EAA-A98D-83B927AFA3EE}" dt="2026-04-15T06:28:51.762" v="463"/>
          <ac:spMkLst>
            <pc:docMk/>
            <pc:sldMk cId="4072716932" sldId="263"/>
            <ac:spMk id="22" creationId="{2F9E55DA-4C0C-53D3-0307-D385EBE4DC43}"/>
          </ac:spMkLst>
        </pc:spChg>
        <pc:spChg chg="add del">
          <ac:chgData name="Miles Chen" userId="72d76a9c-527f-4adb-9bb5-895b0eda2390" providerId="ADAL" clId="{E745965A-2BF1-4EAA-A98D-83B927AFA3EE}" dt="2026-04-15T06:28:51.762" v="463"/>
          <ac:spMkLst>
            <pc:docMk/>
            <pc:sldMk cId="4072716932" sldId="263"/>
            <ac:spMk id="23" creationId="{76C281D5-8A96-7BBF-5EB5-D855EAB79DC4}"/>
          </ac:spMkLst>
        </pc:spChg>
        <pc:spChg chg="add del">
          <ac:chgData name="Miles Chen" userId="72d76a9c-527f-4adb-9bb5-895b0eda2390" providerId="ADAL" clId="{E745965A-2BF1-4EAA-A98D-83B927AFA3EE}" dt="2026-04-15T06:28:51.762" v="463"/>
          <ac:spMkLst>
            <pc:docMk/>
            <pc:sldMk cId="4072716932" sldId="263"/>
            <ac:spMk id="24" creationId="{E71CAC6E-0A81-6AE8-72BE-C67AEE245D20}"/>
          </ac:spMkLst>
        </pc:spChg>
      </pc:sldChg>
      <pc:sldChg chg="addSp delSp modSp add mod ord modClrScheme chgLayout">
        <pc:chgData name="Miles Chen" userId="72d76a9c-527f-4adb-9bb5-895b0eda2390" providerId="ADAL" clId="{E745965A-2BF1-4EAA-A98D-83B927AFA3EE}" dt="2026-04-15T07:45:48.976" v="2221" actId="207"/>
        <pc:sldMkLst>
          <pc:docMk/>
          <pc:sldMk cId="805640888" sldId="264"/>
        </pc:sldMkLst>
        <pc:spChg chg="mod ord">
          <ac:chgData name="Miles Chen" userId="72d76a9c-527f-4adb-9bb5-895b0eda2390" providerId="ADAL" clId="{E745965A-2BF1-4EAA-A98D-83B927AFA3EE}" dt="2026-04-15T07:27:19.369" v="1336" actId="700"/>
          <ac:spMkLst>
            <pc:docMk/>
            <pc:sldMk cId="805640888" sldId="264"/>
            <ac:spMk id="2" creationId="{E259E0B7-0F51-3D05-1E8D-7A9B8CB8C256}"/>
          </ac:spMkLst>
        </pc:spChg>
        <pc:spChg chg="del mod ord">
          <ac:chgData name="Miles Chen" userId="72d76a9c-527f-4adb-9bb5-895b0eda2390" providerId="ADAL" clId="{E745965A-2BF1-4EAA-A98D-83B927AFA3EE}" dt="2026-04-15T07:27:19.369" v="1336" actId="700"/>
          <ac:spMkLst>
            <pc:docMk/>
            <pc:sldMk cId="805640888" sldId="264"/>
            <ac:spMk id="3" creationId="{954AE3C2-CF42-5911-2C4F-1C4357BF9A59}"/>
          </ac:spMkLst>
        </pc:spChg>
        <pc:spChg chg="add mod ord">
          <ac:chgData name="Miles Chen" userId="72d76a9c-527f-4adb-9bb5-895b0eda2390" providerId="ADAL" clId="{E745965A-2BF1-4EAA-A98D-83B927AFA3EE}" dt="2026-04-15T07:45:33.237" v="2219" actId="207"/>
          <ac:spMkLst>
            <pc:docMk/>
            <pc:sldMk cId="805640888" sldId="264"/>
            <ac:spMk id="4" creationId="{500EF154-4C8C-267A-4918-034671801BDD}"/>
          </ac:spMkLst>
        </pc:spChg>
        <pc:spChg chg="add mod ord">
          <ac:chgData name="Miles Chen" userId="72d76a9c-527f-4adb-9bb5-895b0eda2390" providerId="ADAL" clId="{E745965A-2BF1-4EAA-A98D-83B927AFA3EE}" dt="2026-04-15T07:45:48.976" v="2221" actId="207"/>
          <ac:spMkLst>
            <pc:docMk/>
            <pc:sldMk cId="805640888" sldId="264"/>
            <ac:spMk id="5" creationId="{F1280303-F82F-382F-FD18-E5EB76D0EF80}"/>
          </ac:spMkLst>
        </pc:spChg>
        <pc:spChg chg="add mod">
          <ac:chgData name="Miles Chen" userId="72d76a9c-527f-4adb-9bb5-895b0eda2390" providerId="ADAL" clId="{E745965A-2BF1-4EAA-A98D-83B927AFA3EE}" dt="2026-04-15T07:44:41.582" v="2182" actId="1076"/>
          <ac:spMkLst>
            <pc:docMk/>
            <pc:sldMk cId="805640888" sldId="264"/>
            <ac:spMk id="6" creationId="{FF4E4E5F-E9C4-EFA4-640A-545A97B6EC7C}"/>
          </ac:spMkLst>
        </pc:spChg>
      </pc:sldChg>
      <pc:sldChg chg="modSp mod modClrScheme chgLayout">
        <pc:chgData name="Miles Chen" userId="72d76a9c-527f-4adb-9bb5-895b0eda2390" providerId="ADAL" clId="{E745965A-2BF1-4EAA-A98D-83B927AFA3EE}" dt="2026-04-15T10:50:32.241" v="3340" actId="20577"/>
        <pc:sldMkLst>
          <pc:docMk/>
          <pc:sldMk cId="859784006" sldId="265"/>
        </pc:sldMkLst>
        <pc:spChg chg="mod ord">
          <ac:chgData name="Miles Chen" userId="72d76a9c-527f-4adb-9bb5-895b0eda2390" providerId="ADAL" clId="{E745965A-2BF1-4EAA-A98D-83B927AFA3EE}" dt="2026-04-15T10:46:50.702" v="3049" actId="20577"/>
          <ac:spMkLst>
            <pc:docMk/>
            <pc:sldMk cId="859784006" sldId="265"/>
            <ac:spMk id="2" creationId="{1203B17B-F4DB-B318-0126-A71E28EBDB3C}"/>
          </ac:spMkLst>
        </pc:spChg>
        <pc:spChg chg="mod ord">
          <ac:chgData name="Miles Chen" userId="72d76a9c-527f-4adb-9bb5-895b0eda2390" providerId="ADAL" clId="{E745965A-2BF1-4EAA-A98D-83B927AFA3EE}" dt="2026-04-15T10:50:32.241" v="3340" actId="20577"/>
          <ac:spMkLst>
            <pc:docMk/>
            <pc:sldMk cId="859784006" sldId="265"/>
            <ac:spMk id="4" creationId="{95EAE73E-0D91-080A-6394-89C85F9D1956}"/>
          </ac:spMkLst>
        </pc:spChg>
      </pc:sldChg>
      <pc:sldChg chg="addSp delSp modSp new del mod">
        <pc:chgData name="Miles Chen" userId="72d76a9c-527f-4adb-9bb5-895b0eda2390" providerId="ADAL" clId="{E745965A-2BF1-4EAA-A98D-83B927AFA3EE}" dt="2026-04-15T08:53:34.371" v="2637" actId="47"/>
        <pc:sldMkLst>
          <pc:docMk/>
          <pc:sldMk cId="1209629868" sldId="265"/>
        </pc:sldMkLst>
        <pc:spChg chg="mod">
          <ac:chgData name="Miles Chen" userId="72d76a9c-527f-4adb-9bb5-895b0eda2390" providerId="ADAL" clId="{E745965A-2BF1-4EAA-A98D-83B927AFA3EE}" dt="2026-04-15T08:53:06.294" v="2633" actId="1076"/>
          <ac:spMkLst>
            <pc:docMk/>
            <pc:sldMk cId="1209629868" sldId="265"/>
            <ac:spMk id="2" creationId="{62DD1C67-37E5-CD38-A507-F29470B4BBA7}"/>
          </ac:spMkLst>
        </pc:spChg>
        <pc:spChg chg="del">
          <ac:chgData name="Miles Chen" userId="72d76a9c-527f-4adb-9bb5-895b0eda2390" providerId="ADAL" clId="{E745965A-2BF1-4EAA-A98D-83B927AFA3EE}" dt="2026-04-15T08:50:19.146" v="2626" actId="478"/>
          <ac:spMkLst>
            <pc:docMk/>
            <pc:sldMk cId="1209629868" sldId="265"/>
            <ac:spMk id="3" creationId="{4F217675-83C4-C743-DF67-35C1142BCE48}"/>
          </ac:spMkLst>
        </pc:spChg>
        <pc:spChg chg="add del mod">
          <ac:chgData name="Miles Chen" userId="72d76a9c-527f-4adb-9bb5-895b0eda2390" providerId="ADAL" clId="{E745965A-2BF1-4EAA-A98D-83B927AFA3EE}" dt="2026-04-15T08:48:33.460" v="2625" actId="478"/>
          <ac:spMkLst>
            <pc:docMk/>
            <pc:sldMk cId="1209629868" sldId="265"/>
            <ac:spMk id="5" creationId="{B83F404C-77C0-8767-3D29-8D089CF864B1}"/>
          </ac:spMkLst>
        </pc:spChg>
        <pc:spChg chg="add del mod">
          <ac:chgData name="Miles Chen" userId="72d76a9c-527f-4adb-9bb5-895b0eda2390" providerId="ADAL" clId="{E745965A-2BF1-4EAA-A98D-83B927AFA3EE}" dt="2026-04-15T08:52:38.419" v="2629" actId="478"/>
          <ac:spMkLst>
            <pc:docMk/>
            <pc:sldMk cId="1209629868" sldId="265"/>
            <ac:spMk id="10" creationId="{2D7C5207-FA49-CE48-B64A-32294911304B}"/>
          </ac:spMkLst>
        </pc:spChg>
        <pc:spChg chg="add del mod">
          <ac:chgData name="Miles Chen" userId="72d76a9c-527f-4adb-9bb5-895b0eda2390" providerId="ADAL" clId="{E745965A-2BF1-4EAA-A98D-83B927AFA3EE}" dt="2026-04-15T08:53:16.912" v="2636" actId="478"/>
          <ac:spMkLst>
            <pc:docMk/>
            <pc:sldMk cId="1209629868" sldId="265"/>
            <ac:spMk id="12" creationId="{8EE992A5-758F-F9CD-4A54-BC063DDA87F0}"/>
          </ac:spMkLst>
        </pc:spChg>
      </pc:sldChg>
      <pc:sldChg chg="modSp add mod">
        <pc:chgData name="Miles Chen" userId="72d76a9c-527f-4adb-9bb5-895b0eda2390" providerId="ADAL" clId="{E745965A-2BF1-4EAA-A98D-83B927AFA3EE}" dt="2026-04-15T10:46:34.970" v="3033" actId="207"/>
        <pc:sldMkLst>
          <pc:docMk/>
          <pc:sldMk cId="797914646" sldId="266"/>
        </pc:sldMkLst>
        <pc:spChg chg="mod">
          <ac:chgData name="Miles Chen" userId="72d76a9c-527f-4adb-9bb5-895b0eda2390" providerId="ADAL" clId="{E745965A-2BF1-4EAA-A98D-83B927AFA3EE}" dt="2026-04-15T10:46:34.970" v="3033" actId="207"/>
          <ac:spMkLst>
            <pc:docMk/>
            <pc:sldMk cId="797914646" sldId="266"/>
            <ac:spMk id="2" creationId="{85512DBE-2F5A-384C-2A99-BBF50EA9C092}"/>
          </ac:spMkLst>
        </pc:spChg>
        <pc:spChg chg="mod">
          <ac:chgData name="Miles Chen" userId="72d76a9c-527f-4adb-9bb5-895b0eda2390" providerId="ADAL" clId="{E745965A-2BF1-4EAA-A98D-83B927AFA3EE}" dt="2026-04-15T10:46:08.614" v="3022" actId="6549"/>
          <ac:spMkLst>
            <pc:docMk/>
            <pc:sldMk cId="797914646" sldId="266"/>
            <ac:spMk id="4" creationId="{E0262279-AAB8-05E5-BDDE-A7CE61914828}"/>
          </ac:spMkLst>
        </pc:spChg>
      </pc:sldChg>
    </pc:docChg>
  </pc:docChgLst>
  <pc:docChgLst>
    <pc:chgData name="Oliver Wang" userId="7d14f873-ff92-4c6a-ac6d-38c0e6356c29" providerId="ADAL" clId="{F33985FD-256F-4FB5-AFAE-A45931E3B9C9}"/>
    <pc:docChg chg="undo custSel addSld delSld modSld sldOrd modMainMaster">
      <pc:chgData name="Oliver Wang" userId="7d14f873-ff92-4c6a-ac6d-38c0e6356c29" providerId="ADAL" clId="{F33985FD-256F-4FB5-AFAE-A45931E3B9C9}" dt="2026-04-16T02:52:59.401" v="4504"/>
      <pc:docMkLst>
        <pc:docMk/>
      </pc:docMkLst>
      <pc:sldChg chg="modSp mod">
        <pc:chgData name="Oliver Wang" userId="7d14f873-ff92-4c6a-ac6d-38c0e6356c29" providerId="ADAL" clId="{F33985FD-256F-4FB5-AFAE-A45931E3B9C9}" dt="2026-04-16T02:25:00.331" v="4389" actId="2711"/>
        <pc:sldMkLst>
          <pc:docMk/>
          <pc:sldMk cId="3661625621" sldId="257"/>
        </pc:sldMkLst>
        <pc:spChg chg="mod">
          <ac:chgData name="Oliver Wang" userId="7d14f873-ff92-4c6a-ac6d-38c0e6356c29" providerId="ADAL" clId="{F33985FD-256F-4FB5-AFAE-A45931E3B9C9}" dt="2026-04-16T02:16:04.923" v="4276" actId="2711"/>
          <ac:spMkLst>
            <pc:docMk/>
            <pc:sldMk cId="3661625621" sldId="257"/>
            <ac:spMk id="2" creationId="{8FD3F570-958D-9022-4AA2-6C86CFFBA595}"/>
          </ac:spMkLst>
        </pc:spChg>
        <pc:spChg chg="mod">
          <ac:chgData name="Oliver Wang" userId="7d14f873-ff92-4c6a-ac6d-38c0e6356c29" providerId="ADAL" clId="{F33985FD-256F-4FB5-AFAE-A45931E3B9C9}" dt="2026-04-16T02:16:04.923" v="4276" actId="2711"/>
          <ac:spMkLst>
            <pc:docMk/>
            <pc:sldMk cId="3661625621" sldId="257"/>
            <ac:spMk id="34" creationId="{A8384FB5-9ADC-4DDC-881B-597D56F5B15D}"/>
          </ac:spMkLst>
        </pc:spChg>
        <pc:spChg chg="mod">
          <ac:chgData name="Oliver Wang" userId="7d14f873-ff92-4c6a-ac6d-38c0e6356c29" providerId="ADAL" clId="{F33985FD-256F-4FB5-AFAE-A45931E3B9C9}" dt="2026-04-16T02:16:04.923" v="4276" actId="2711"/>
          <ac:spMkLst>
            <pc:docMk/>
            <pc:sldMk cId="3661625621" sldId="257"/>
            <ac:spMk id="35" creationId="{1199E1B1-A8C0-4FE8-A5A8-1CB41D69F857}"/>
          </ac:spMkLst>
        </pc:spChg>
        <pc:spChg chg="mod">
          <ac:chgData name="Oliver Wang" userId="7d14f873-ff92-4c6a-ac6d-38c0e6356c29" providerId="ADAL" clId="{F33985FD-256F-4FB5-AFAE-A45931E3B9C9}" dt="2026-04-16T02:16:04.923" v="4276" actId="2711"/>
          <ac:spMkLst>
            <pc:docMk/>
            <pc:sldMk cId="3661625621" sldId="257"/>
            <ac:spMk id="36" creationId="{84A8DE83-DE75-4B41-9DB4-A7EC0B0DEC0B}"/>
          </ac:spMkLst>
        </pc:spChg>
        <pc:spChg chg="mod">
          <ac:chgData name="Oliver Wang" userId="7d14f873-ff92-4c6a-ac6d-38c0e6356c29" providerId="ADAL" clId="{F33985FD-256F-4FB5-AFAE-A45931E3B9C9}" dt="2026-04-16T02:16:04.923" v="4276" actId="2711"/>
          <ac:spMkLst>
            <pc:docMk/>
            <pc:sldMk cId="3661625621" sldId="257"/>
            <ac:spMk id="37" creationId="{A7009A0A-BEF5-4EAC-AF15-E4F9F002E239}"/>
          </ac:spMkLst>
        </pc:spChg>
        <pc:graphicFrameChg chg="mod modGraphic">
          <ac:chgData name="Oliver Wang" userId="7d14f873-ff92-4c6a-ac6d-38c0e6356c29" providerId="ADAL" clId="{F33985FD-256F-4FB5-AFAE-A45931E3B9C9}" dt="2026-04-16T02:25:00.331" v="4389" actId="2711"/>
          <ac:graphicFrameMkLst>
            <pc:docMk/>
            <pc:sldMk cId="3661625621" sldId="257"/>
            <ac:graphicFrameMk id="5" creationId="{3CB57792-8A3E-4936-9DAC-4144353CA762}"/>
          </ac:graphicFrameMkLst>
        </pc:graphicFrameChg>
      </pc:sldChg>
      <pc:sldChg chg="addSp delSp modSp mod chgLayout">
        <pc:chgData name="Oliver Wang" userId="7d14f873-ff92-4c6a-ac6d-38c0e6356c29" providerId="ADAL" clId="{F33985FD-256F-4FB5-AFAE-A45931E3B9C9}" dt="2026-04-16T02:17:09.764" v="4286" actId="700"/>
        <pc:sldMkLst>
          <pc:docMk/>
          <pc:sldMk cId="3610166572" sldId="263"/>
        </pc:sldMkLst>
        <pc:spChg chg="mod ord">
          <ac:chgData name="Oliver Wang" userId="7d14f873-ff92-4c6a-ac6d-38c0e6356c29" providerId="ADAL" clId="{F33985FD-256F-4FB5-AFAE-A45931E3B9C9}" dt="2026-04-16T02:17:09.764" v="4286" actId="700"/>
          <ac:spMkLst>
            <pc:docMk/>
            <pc:sldMk cId="3610166572" sldId="263"/>
            <ac:spMk id="2" creationId="{B2B0EFB4-A11B-8339-AECE-009CE35938BA}"/>
          </ac:spMkLst>
        </pc:spChg>
        <pc:spChg chg="add del mod ord">
          <ac:chgData name="Oliver Wang" userId="7d14f873-ff92-4c6a-ac6d-38c0e6356c29" providerId="ADAL" clId="{F33985FD-256F-4FB5-AFAE-A45931E3B9C9}" dt="2026-04-16T02:17:09.764" v="4286" actId="700"/>
          <ac:spMkLst>
            <pc:docMk/>
            <pc:sldMk cId="3610166572" sldId="263"/>
            <ac:spMk id="3" creationId="{EBE478D0-68D8-ED78-E5CF-7A529F070F75}"/>
          </ac:spMkLst>
        </pc:spChg>
        <pc:spChg chg="mod">
          <ac:chgData name="Oliver Wang" userId="7d14f873-ff92-4c6a-ac6d-38c0e6356c29" providerId="ADAL" clId="{F33985FD-256F-4FB5-AFAE-A45931E3B9C9}" dt="2026-04-16T02:16:20.147" v="4277" actId="2711"/>
          <ac:spMkLst>
            <pc:docMk/>
            <pc:sldMk cId="3610166572" sldId="263"/>
            <ac:spMk id="14" creationId="{532EF9DB-F425-B827-5172-85C175164093}"/>
          </ac:spMkLst>
        </pc:spChg>
      </pc:sldChg>
      <pc:sldChg chg="modSp mod">
        <pc:chgData name="Oliver Wang" userId="7d14f873-ff92-4c6a-ac6d-38c0e6356c29" providerId="ADAL" clId="{F33985FD-256F-4FB5-AFAE-A45931E3B9C9}" dt="2026-04-16T02:11:41.436" v="4259" actId="27636"/>
        <pc:sldMkLst>
          <pc:docMk/>
          <pc:sldMk cId="805640888" sldId="264"/>
        </pc:sldMkLst>
        <pc:spChg chg="mod">
          <ac:chgData name="Oliver Wang" userId="7d14f873-ff92-4c6a-ac6d-38c0e6356c29" providerId="ADAL" clId="{F33985FD-256F-4FB5-AFAE-A45931E3B9C9}" dt="2026-04-16T02:11:41.418" v="4258" actId="27636"/>
          <ac:spMkLst>
            <pc:docMk/>
            <pc:sldMk cId="805640888" sldId="264"/>
            <ac:spMk id="4" creationId="{500EF154-4C8C-267A-4918-034671801BDD}"/>
          </ac:spMkLst>
        </pc:spChg>
        <pc:spChg chg="mod">
          <ac:chgData name="Oliver Wang" userId="7d14f873-ff92-4c6a-ac6d-38c0e6356c29" providerId="ADAL" clId="{F33985FD-256F-4FB5-AFAE-A45931E3B9C9}" dt="2026-04-16T02:11:41.436" v="4259" actId="27636"/>
          <ac:spMkLst>
            <pc:docMk/>
            <pc:sldMk cId="805640888" sldId="264"/>
            <ac:spMk id="5" creationId="{F1280303-F82F-382F-FD18-E5EB76D0EF80}"/>
          </ac:spMkLst>
        </pc:spChg>
      </pc:sldChg>
      <pc:sldChg chg="modSp mod ord chgLayout">
        <pc:chgData name="Oliver Wang" userId="7d14f873-ff92-4c6a-ac6d-38c0e6356c29" providerId="ADAL" clId="{F33985FD-256F-4FB5-AFAE-A45931E3B9C9}" dt="2026-04-16T02:18:50.297" v="4294" actId="2711"/>
        <pc:sldMkLst>
          <pc:docMk/>
          <pc:sldMk cId="797914646" sldId="266"/>
        </pc:sldMkLst>
        <pc:spChg chg="mod ord">
          <ac:chgData name="Oliver Wang" userId="7d14f873-ff92-4c6a-ac6d-38c0e6356c29" providerId="ADAL" clId="{F33985FD-256F-4FB5-AFAE-A45931E3B9C9}" dt="2026-04-16T02:18:50.297" v="4294" actId="2711"/>
          <ac:spMkLst>
            <pc:docMk/>
            <pc:sldMk cId="797914646" sldId="266"/>
            <ac:spMk id="2" creationId="{85512DBE-2F5A-384C-2A99-BBF50EA9C092}"/>
          </ac:spMkLst>
        </pc:spChg>
        <pc:spChg chg="mod ord">
          <ac:chgData name="Oliver Wang" userId="7d14f873-ff92-4c6a-ac6d-38c0e6356c29" providerId="ADAL" clId="{F33985FD-256F-4FB5-AFAE-A45931E3B9C9}" dt="2026-04-16T02:14:03.716" v="4271" actId="700"/>
          <ac:spMkLst>
            <pc:docMk/>
            <pc:sldMk cId="797914646" sldId="266"/>
            <ac:spMk id="4" creationId="{E0262279-AAB8-05E5-BDDE-A7CE61914828}"/>
          </ac:spMkLst>
        </pc:spChg>
      </pc:sldChg>
      <pc:sldChg chg="new del">
        <pc:chgData name="Oliver Wang" userId="7d14f873-ff92-4c6a-ac6d-38c0e6356c29" providerId="ADAL" clId="{F33985FD-256F-4FB5-AFAE-A45931E3B9C9}" dt="2026-04-15T14:40:00.752" v="547" actId="47"/>
        <pc:sldMkLst>
          <pc:docMk/>
          <pc:sldMk cId="921031675" sldId="267"/>
        </pc:sldMkLst>
      </pc:sldChg>
      <pc:sldChg chg="new del">
        <pc:chgData name="Oliver Wang" userId="7d14f873-ff92-4c6a-ac6d-38c0e6356c29" providerId="ADAL" clId="{F33985FD-256F-4FB5-AFAE-A45931E3B9C9}" dt="2026-04-15T14:41:09.976" v="582" actId="47"/>
        <pc:sldMkLst>
          <pc:docMk/>
          <pc:sldMk cId="58755874" sldId="268"/>
        </pc:sldMkLst>
      </pc:sldChg>
      <pc:sldChg chg="new del">
        <pc:chgData name="Oliver Wang" userId="7d14f873-ff92-4c6a-ac6d-38c0e6356c29" providerId="ADAL" clId="{F33985FD-256F-4FB5-AFAE-A45931E3B9C9}" dt="2026-04-15T14:41:09.976" v="582" actId="47"/>
        <pc:sldMkLst>
          <pc:docMk/>
          <pc:sldMk cId="3170796680" sldId="269"/>
        </pc:sldMkLst>
      </pc:sldChg>
      <pc:sldChg chg="add del">
        <pc:chgData name="Oliver Wang" userId="7d14f873-ff92-4c6a-ac6d-38c0e6356c29" providerId="ADAL" clId="{F33985FD-256F-4FB5-AFAE-A45931E3B9C9}" dt="2026-04-15T14:41:04.812" v="579" actId="47"/>
        <pc:sldMkLst>
          <pc:docMk/>
          <pc:sldMk cId="3088121751" sldId="270"/>
        </pc:sldMkLst>
      </pc:sldChg>
      <pc:sldChg chg="add del">
        <pc:chgData name="Oliver Wang" userId="7d14f873-ff92-4c6a-ac6d-38c0e6356c29" providerId="ADAL" clId="{F33985FD-256F-4FB5-AFAE-A45931E3B9C9}" dt="2026-04-15T14:41:05.275" v="580" actId="47"/>
        <pc:sldMkLst>
          <pc:docMk/>
          <pc:sldMk cId="500221855" sldId="271"/>
        </pc:sldMkLst>
      </pc:sldChg>
      <pc:sldChg chg="add del">
        <pc:chgData name="Oliver Wang" userId="7d14f873-ff92-4c6a-ac6d-38c0e6356c29" providerId="ADAL" clId="{F33985FD-256F-4FB5-AFAE-A45931E3B9C9}" dt="2026-04-15T14:41:05.941" v="581" actId="47"/>
        <pc:sldMkLst>
          <pc:docMk/>
          <pc:sldMk cId="4186432805" sldId="272"/>
        </pc:sldMkLst>
      </pc:sldChg>
      <pc:sldChg chg="add del">
        <pc:chgData name="Oliver Wang" userId="7d14f873-ff92-4c6a-ac6d-38c0e6356c29" providerId="ADAL" clId="{F33985FD-256F-4FB5-AFAE-A45931E3B9C9}" dt="2026-04-15T14:41:17.381" v="584" actId="47"/>
        <pc:sldMkLst>
          <pc:docMk/>
          <pc:sldMk cId="1209591759" sldId="273"/>
        </pc:sldMkLst>
      </pc:sldChg>
      <pc:sldChg chg="modSp add mod chgLayout">
        <pc:chgData name="Oliver Wang" userId="7d14f873-ff92-4c6a-ac6d-38c0e6356c29" providerId="ADAL" clId="{F33985FD-256F-4FB5-AFAE-A45931E3B9C9}" dt="2026-04-16T02:18:55.589" v="4295" actId="20577"/>
        <pc:sldMkLst>
          <pc:docMk/>
          <pc:sldMk cId="1740008543" sldId="274"/>
        </pc:sldMkLst>
        <pc:spChg chg="mod ord">
          <ac:chgData name="Oliver Wang" userId="7d14f873-ff92-4c6a-ac6d-38c0e6356c29" providerId="ADAL" clId="{F33985FD-256F-4FB5-AFAE-A45931E3B9C9}" dt="2026-04-16T02:15:49.909" v="4275" actId="2711"/>
          <ac:spMkLst>
            <pc:docMk/>
            <pc:sldMk cId="1740008543" sldId="274"/>
            <ac:spMk id="2" creationId="{134C39C8-CC70-C15C-25C5-C465B01292E3}"/>
          </ac:spMkLst>
        </pc:spChg>
        <pc:spChg chg="mod ord">
          <ac:chgData name="Oliver Wang" userId="7d14f873-ff92-4c6a-ac6d-38c0e6356c29" providerId="ADAL" clId="{F33985FD-256F-4FB5-AFAE-A45931E3B9C9}" dt="2026-04-16T02:18:55.589" v="4295" actId="20577"/>
          <ac:spMkLst>
            <pc:docMk/>
            <pc:sldMk cId="1740008543" sldId="274"/>
            <ac:spMk id="4" creationId="{336AAF6E-89E9-751D-2952-289E2DD571F1}"/>
          </ac:spMkLst>
        </pc:spChg>
      </pc:sldChg>
      <pc:sldChg chg="addSp modSp add mod ord">
        <pc:chgData name="Oliver Wang" userId="7d14f873-ff92-4c6a-ac6d-38c0e6356c29" providerId="ADAL" clId="{F33985FD-256F-4FB5-AFAE-A45931E3B9C9}" dt="2026-04-16T02:19:58.303" v="4319" actId="1076"/>
        <pc:sldMkLst>
          <pc:docMk/>
          <pc:sldMk cId="353133803" sldId="275"/>
        </pc:sldMkLst>
        <pc:spChg chg="mod">
          <ac:chgData name="Oliver Wang" userId="7d14f873-ff92-4c6a-ac6d-38c0e6356c29" providerId="ADAL" clId="{F33985FD-256F-4FB5-AFAE-A45931E3B9C9}" dt="2026-04-16T02:19:48.263" v="4317" actId="2711"/>
          <ac:spMkLst>
            <pc:docMk/>
            <pc:sldMk cId="353133803" sldId="275"/>
            <ac:spMk id="2" creationId="{F2046CB4-6E5B-01CD-DCA6-3471F6AC147A}"/>
          </ac:spMkLst>
        </pc:spChg>
        <pc:spChg chg="mod">
          <ac:chgData name="Oliver Wang" userId="7d14f873-ff92-4c6a-ac6d-38c0e6356c29" providerId="ADAL" clId="{F33985FD-256F-4FB5-AFAE-A45931E3B9C9}" dt="2026-04-16T02:19:54.941" v="4318" actId="6549"/>
          <ac:spMkLst>
            <pc:docMk/>
            <pc:sldMk cId="353133803" sldId="275"/>
            <ac:spMk id="4" creationId="{583A4B03-125B-3F93-F393-E163FCD50F82}"/>
          </ac:spMkLst>
        </pc:spChg>
        <pc:picChg chg="add mod">
          <ac:chgData name="Oliver Wang" userId="7d14f873-ff92-4c6a-ac6d-38c0e6356c29" providerId="ADAL" clId="{F33985FD-256F-4FB5-AFAE-A45931E3B9C9}" dt="2026-04-16T02:19:58.303" v="4319" actId="1076"/>
          <ac:picMkLst>
            <pc:docMk/>
            <pc:sldMk cId="353133803" sldId="275"/>
            <ac:picMk id="3" creationId="{25940B34-9848-37F3-4B1E-637B7B02ACE7}"/>
          </ac:picMkLst>
        </pc:picChg>
      </pc:sldChg>
      <pc:sldChg chg="addSp delSp modSp mod ord chgLayout">
        <pc:chgData name="Oliver Wang" userId="7d14f873-ff92-4c6a-ac6d-38c0e6356c29" providerId="ADAL" clId="{F33985FD-256F-4FB5-AFAE-A45931E3B9C9}" dt="2026-04-16T02:17:59.303" v="4289" actId="20577"/>
        <pc:sldMkLst>
          <pc:docMk/>
          <pc:sldMk cId="2653199872" sldId="276"/>
        </pc:sldMkLst>
        <pc:spChg chg="mod ord">
          <ac:chgData name="Oliver Wang" userId="7d14f873-ff92-4c6a-ac6d-38c0e6356c29" providerId="ADAL" clId="{F33985FD-256F-4FB5-AFAE-A45931E3B9C9}" dt="2026-04-16T02:17:31.293" v="4288" actId="2711"/>
          <ac:spMkLst>
            <pc:docMk/>
            <pc:sldMk cId="2653199872" sldId="276"/>
            <ac:spMk id="3" creationId="{EB29ED48-FD0A-ECC6-CD6E-EA2E2E65A2F2}"/>
          </ac:spMkLst>
        </pc:spChg>
        <pc:spChg chg="del mod">
          <ac:chgData name="Oliver Wang" userId="7d14f873-ff92-4c6a-ac6d-38c0e6356c29" providerId="ADAL" clId="{F33985FD-256F-4FB5-AFAE-A45931E3B9C9}" dt="2026-04-16T01:55:52.085" v="4225" actId="478"/>
          <ac:spMkLst>
            <pc:docMk/>
            <pc:sldMk cId="2653199872" sldId="276"/>
            <ac:spMk id="5" creationId="{58D1D34D-942C-A370-44E7-AD5FD716D514}"/>
          </ac:spMkLst>
        </pc:spChg>
        <pc:spChg chg="del mod">
          <ac:chgData name="Oliver Wang" userId="7d14f873-ff92-4c6a-ac6d-38c0e6356c29" providerId="ADAL" clId="{F33985FD-256F-4FB5-AFAE-A45931E3B9C9}" dt="2026-04-16T02:17:20.662" v="4287" actId="478"/>
          <ac:spMkLst>
            <pc:docMk/>
            <pc:sldMk cId="2653199872" sldId="276"/>
            <ac:spMk id="6" creationId="{60582155-F2E1-C8BE-5086-0E93C93553A6}"/>
          </ac:spMkLst>
        </pc:spChg>
        <pc:spChg chg="add mod ord">
          <ac:chgData name="Oliver Wang" userId="7d14f873-ff92-4c6a-ac6d-38c0e6356c29" providerId="ADAL" clId="{F33985FD-256F-4FB5-AFAE-A45931E3B9C9}" dt="2026-04-16T02:17:59.303" v="4289" actId="20577"/>
          <ac:spMkLst>
            <pc:docMk/>
            <pc:sldMk cId="2653199872" sldId="276"/>
            <ac:spMk id="7" creationId="{5BE6CC18-B58F-4579-5C33-D88D263020D2}"/>
          </ac:spMkLst>
        </pc:spChg>
        <pc:picChg chg="add del">
          <ac:chgData name="Oliver Wang" userId="7d14f873-ff92-4c6a-ac6d-38c0e6356c29" providerId="ADAL" clId="{F33985FD-256F-4FB5-AFAE-A45931E3B9C9}" dt="2026-04-16T02:16:44.970" v="4282" actId="478"/>
          <ac:picMkLst>
            <pc:docMk/>
            <pc:sldMk cId="2653199872" sldId="276"/>
            <ac:picMk id="8" creationId="{CBCF4070-F73F-6FA4-E230-52138C9FF7B3}"/>
          </ac:picMkLst>
        </pc:picChg>
      </pc:sldChg>
      <pc:sldChg chg="addSp modSp add mod ord">
        <pc:chgData name="Oliver Wang" userId="7d14f873-ff92-4c6a-ac6d-38c0e6356c29" providerId="ADAL" clId="{F33985FD-256F-4FB5-AFAE-A45931E3B9C9}" dt="2026-04-16T02:18:42.562" v="4293" actId="2711"/>
        <pc:sldMkLst>
          <pc:docMk/>
          <pc:sldMk cId="3435749952" sldId="277"/>
        </pc:sldMkLst>
        <pc:spChg chg="mod">
          <ac:chgData name="Oliver Wang" userId="7d14f873-ff92-4c6a-ac6d-38c0e6356c29" providerId="ADAL" clId="{F33985FD-256F-4FB5-AFAE-A45931E3B9C9}" dt="2026-04-16T02:18:42.562" v="4293" actId="2711"/>
          <ac:spMkLst>
            <pc:docMk/>
            <pc:sldMk cId="3435749952" sldId="277"/>
            <ac:spMk id="2" creationId="{961C6D72-4585-8941-0D17-F595896387BF}"/>
          </ac:spMkLst>
        </pc:spChg>
        <pc:spChg chg="mod">
          <ac:chgData name="Oliver Wang" userId="7d14f873-ff92-4c6a-ac6d-38c0e6356c29" providerId="ADAL" clId="{F33985FD-256F-4FB5-AFAE-A45931E3B9C9}" dt="2026-04-15T15:10:20.750" v="2037" actId="20577"/>
          <ac:spMkLst>
            <pc:docMk/>
            <pc:sldMk cId="3435749952" sldId="277"/>
            <ac:spMk id="4" creationId="{FEA9DA25-E929-3ED3-0950-EE3924AB6DD2}"/>
          </ac:spMkLst>
        </pc:spChg>
        <pc:graphicFrameChg chg="add mod">
          <ac:chgData name="Oliver Wang" userId="7d14f873-ff92-4c6a-ac6d-38c0e6356c29" providerId="ADAL" clId="{F33985FD-256F-4FB5-AFAE-A45931E3B9C9}" dt="2026-04-15T15:09:03.662" v="2021"/>
          <ac:graphicFrameMkLst>
            <pc:docMk/>
            <pc:sldMk cId="3435749952" sldId="277"/>
            <ac:graphicFrameMk id="3" creationId="{3F838378-FD70-2088-97A0-9FDEEC4313A8}"/>
          </ac:graphicFrameMkLst>
        </pc:graphicFrameChg>
      </pc:sldChg>
      <pc:sldChg chg="modSp add mod ord">
        <pc:chgData name="Oliver Wang" userId="7d14f873-ff92-4c6a-ac6d-38c0e6356c29" providerId="ADAL" clId="{F33985FD-256F-4FB5-AFAE-A45931E3B9C9}" dt="2026-04-16T01:55:29.610" v="4223"/>
        <pc:sldMkLst>
          <pc:docMk/>
          <pc:sldMk cId="115246495" sldId="278"/>
        </pc:sldMkLst>
        <pc:spChg chg="mod">
          <ac:chgData name="Oliver Wang" userId="7d14f873-ff92-4c6a-ac6d-38c0e6356c29" providerId="ADAL" clId="{F33985FD-256F-4FB5-AFAE-A45931E3B9C9}" dt="2026-04-16T01:44:14.787" v="4114" actId="6549"/>
          <ac:spMkLst>
            <pc:docMk/>
            <pc:sldMk cId="115246495" sldId="278"/>
            <ac:spMk id="2" creationId="{FE52722C-F76D-E497-4CBF-CB298D1F4EAE}"/>
          </ac:spMkLst>
        </pc:spChg>
        <pc:spChg chg="mod">
          <ac:chgData name="Oliver Wang" userId="7d14f873-ff92-4c6a-ac6d-38c0e6356c29" providerId="ADAL" clId="{F33985FD-256F-4FB5-AFAE-A45931E3B9C9}" dt="2026-04-16T01:51:08.387" v="4137" actId="20577"/>
          <ac:spMkLst>
            <pc:docMk/>
            <pc:sldMk cId="115246495" sldId="278"/>
            <ac:spMk id="4" creationId="{60B0F33A-B618-D039-906B-4AF0C3A1C916}"/>
          </ac:spMkLst>
        </pc:spChg>
      </pc:sldChg>
      <pc:sldChg chg="addSp delSp modSp add mod">
        <pc:chgData name="Oliver Wang" userId="7d14f873-ff92-4c6a-ac6d-38c0e6356c29" providerId="ADAL" clId="{F33985FD-256F-4FB5-AFAE-A45931E3B9C9}" dt="2026-04-16T02:20:08.012" v="4320" actId="2711"/>
        <pc:sldMkLst>
          <pc:docMk/>
          <pc:sldMk cId="3924984399" sldId="279"/>
        </pc:sldMkLst>
        <pc:spChg chg="mod">
          <ac:chgData name="Oliver Wang" userId="7d14f873-ff92-4c6a-ac6d-38c0e6356c29" providerId="ADAL" clId="{F33985FD-256F-4FB5-AFAE-A45931E3B9C9}" dt="2026-04-16T02:20:08.012" v="4320" actId="2711"/>
          <ac:spMkLst>
            <pc:docMk/>
            <pc:sldMk cId="3924984399" sldId="279"/>
            <ac:spMk id="2" creationId="{E609F175-A9C4-ACC2-28A5-0AA3A5E97B85}"/>
          </ac:spMkLst>
        </pc:spChg>
        <pc:spChg chg="mod">
          <ac:chgData name="Oliver Wang" userId="7d14f873-ff92-4c6a-ac6d-38c0e6356c29" providerId="ADAL" clId="{F33985FD-256F-4FB5-AFAE-A45931E3B9C9}" dt="2026-04-16T01:44:57.103" v="4124" actId="20577"/>
          <ac:spMkLst>
            <pc:docMk/>
            <pc:sldMk cId="3924984399" sldId="279"/>
            <ac:spMk id="4" creationId="{7B42274F-7FA9-4B4E-2058-5F4A2CE48C1E}"/>
          </ac:spMkLst>
        </pc:spChg>
        <pc:spChg chg="add del mod">
          <ac:chgData name="Oliver Wang" userId="7d14f873-ff92-4c6a-ac6d-38c0e6356c29" providerId="ADAL" clId="{F33985FD-256F-4FB5-AFAE-A45931E3B9C9}" dt="2026-04-15T15:53:06.278" v="3278" actId="478"/>
          <ac:spMkLst>
            <pc:docMk/>
            <pc:sldMk cId="3924984399" sldId="279"/>
            <ac:spMk id="6" creationId="{534B744D-A3C1-1F23-DE2B-C76A2355BBD5}"/>
          </ac:spMkLst>
        </pc:spChg>
        <pc:graphicFrameChg chg="add mod">
          <ac:chgData name="Oliver Wang" userId="7d14f873-ff92-4c6a-ac6d-38c0e6356c29" providerId="ADAL" clId="{F33985FD-256F-4FB5-AFAE-A45931E3B9C9}" dt="2026-04-15T15:44:31.539" v="3067"/>
          <ac:graphicFrameMkLst>
            <pc:docMk/>
            <pc:sldMk cId="3924984399" sldId="279"/>
            <ac:graphicFrameMk id="3" creationId="{1FA6338E-0D32-6FB1-D157-017086A63DC7}"/>
          </ac:graphicFrameMkLst>
        </pc:graphicFrameChg>
        <pc:picChg chg="add del mod">
          <ac:chgData name="Oliver Wang" userId="7d14f873-ff92-4c6a-ac6d-38c0e6356c29" providerId="ADAL" clId="{F33985FD-256F-4FB5-AFAE-A45931E3B9C9}" dt="2026-04-15T15:57:34.173" v="3337" actId="478"/>
          <ac:picMkLst>
            <pc:docMk/>
            <pc:sldMk cId="3924984399" sldId="279"/>
            <ac:picMk id="8" creationId="{C6589C49-6EDE-9BC4-92F7-63F10FCB9472}"/>
          </ac:picMkLst>
        </pc:picChg>
      </pc:sldChg>
      <pc:sldChg chg="addSp delSp modSp new mod">
        <pc:chgData name="Oliver Wang" userId="7d14f873-ff92-4c6a-ac6d-38c0e6356c29" providerId="ADAL" clId="{F33985FD-256F-4FB5-AFAE-A45931E3B9C9}" dt="2026-04-15T16:39:17.978" v="3952" actId="20577"/>
        <pc:sldMkLst>
          <pc:docMk/>
          <pc:sldMk cId="3113274371" sldId="280"/>
        </pc:sldMkLst>
        <pc:spChg chg="mod">
          <ac:chgData name="Oliver Wang" userId="7d14f873-ff92-4c6a-ac6d-38c0e6356c29" providerId="ADAL" clId="{F33985FD-256F-4FB5-AFAE-A45931E3B9C9}" dt="2026-04-15T16:00:52.684" v="3490"/>
          <ac:spMkLst>
            <pc:docMk/>
            <pc:sldMk cId="3113274371" sldId="280"/>
            <ac:spMk id="2" creationId="{E8912F7F-662D-8224-64A7-99555802B4C0}"/>
          </ac:spMkLst>
        </pc:spChg>
        <pc:spChg chg="mod">
          <ac:chgData name="Oliver Wang" userId="7d14f873-ff92-4c6a-ac6d-38c0e6356c29" providerId="ADAL" clId="{F33985FD-256F-4FB5-AFAE-A45931E3B9C9}" dt="2026-04-15T16:39:17.978" v="3952" actId="20577"/>
          <ac:spMkLst>
            <pc:docMk/>
            <pc:sldMk cId="3113274371" sldId="280"/>
            <ac:spMk id="3" creationId="{C210938E-5E72-CE50-1DC1-A7EA96B9C08B}"/>
          </ac:spMkLst>
        </pc:spChg>
        <pc:spChg chg="add del">
          <ac:chgData name="Oliver Wang" userId="7d14f873-ff92-4c6a-ac6d-38c0e6356c29" providerId="ADAL" clId="{F33985FD-256F-4FB5-AFAE-A45931E3B9C9}" dt="2026-04-15T16:20:50.955" v="3689" actId="478"/>
          <ac:spMkLst>
            <pc:docMk/>
            <pc:sldMk cId="3113274371" sldId="280"/>
            <ac:spMk id="8" creationId="{723AF1A0-EEEA-CF15-C386-A301CB512E76}"/>
          </ac:spMkLst>
        </pc:spChg>
        <pc:spChg chg="add mod">
          <ac:chgData name="Oliver Wang" userId="7d14f873-ff92-4c6a-ac6d-38c0e6356c29" providerId="ADAL" clId="{F33985FD-256F-4FB5-AFAE-A45931E3B9C9}" dt="2026-04-15T16:27:27.780" v="3745" actId="1582"/>
          <ac:spMkLst>
            <pc:docMk/>
            <pc:sldMk cId="3113274371" sldId="280"/>
            <ac:spMk id="9" creationId="{7E6A9B43-AD70-7EDF-6256-86DC679C644F}"/>
          </ac:spMkLst>
        </pc:spChg>
        <pc:spChg chg="add mod">
          <ac:chgData name="Oliver Wang" userId="7d14f873-ff92-4c6a-ac6d-38c0e6356c29" providerId="ADAL" clId="{F33985FD-256F-4FB5-AFAE-A45931E3B9C9}" dt="2026-04-15T16:21:20.629" v="3695" actId="571"/>
          <ac:spMkLst>
            <pc:docMk/>
            <pc:sldMk cId="3113274371" sldId="280"/>
            <ac:spMk id="11" creationId="{F24352F0-89A4-4E60-2DC3-2FF68BF46490}"/>
          </ac:spMkLst>
        </pc:spChg>
        <pc:spChg chg="add mod">
          <ac:chgData name="Oliver Wang" userId="7d14f873-ff92-4c6a-ac6d-38c0e6356c29" providerId="ADAL" clId="{F33985FD-256F-4FB5-AFAE-A45931E3B9C9}" dt="2026-04-15T16:21:27.679" v="3697" actId="571"/>
          <ac:spMkLst>
            <pc:docMk/>
            <pc:sldMk cId="3113274371" sldId="280"/>
            <ac:spMk id="13" creationId="{9C72BF0F-7B1C-ECE9-AA5E-5E82533107BA}"/>
          </ac:spMkLst>
        </pc:spChg>
        <pc:spChg chg="add mod">
          <ac:chgData name="Oliver Wang" userId="7d14f873-ff92-4c6a-ac6d-38c0e6356c29" providerId="ADAL" clId="{F33985FD-256F-4FB5-AFAE-A45931E3B9C9}" dt="2026-04-15T16:27:27.780" v="3745" actId="1582"/>
          <ac:spMkLst>
            <pc:docMk/>
            <pc:sldMk cId="3113274371" sldId="280"/>
            <ac:spMk id="14" creationId="{16859D34-826F-0FEA-74B0-2862DA4DD931}"/>
          </ac:spMkLst>
        </pc:spChg>
        <pc:spChg chg="add mod">
          <ac:chgData name="Oliver Wang" userId="7d14f873-ff92-4c6a-ac6d-38c0e6356c29" providerId="ADAL" clId="{F33985FD-256F-4FB5-AFAE-A45931E3B9C9}" dt="2026-04-15T16:27:27.780" v="3745" actId="1582"/>
          <ac:spMkLst>
            <pc:docMk/>
            <pc:sldMk cId="3113274371" sldId="280"/>
            <ac:spMk id="15" creationId="{E6770143-2A11-C229-F43B-52B087206B77}"/>
          </ac:spMkLst>
        </pc:spChg>
        <pc:spChg chg="add mod">
          <ac:chgData name="Oliver Wang" userId="7d14f873-ff92-4c6a-ac6d-38c0e6356c29" providerId="ADAL" clId="{F33985FD-256F-4FB5-AFAE-A45931E3B9C9}" dt="2026-04-15T16:27:27.780" v="3745" actId="1582"/>
          <ac:spMkLst>
            <pc:docMk/>
            <pc:sldMk cId="3113274371" sldId="280"/>
            <ac:spMk id="24" creationId="{5B19FC0A-F3C1-68B6-32EF-9B94AEF92E6B}"/>
          </ac:spMkLst>
        </pc:spChg>
        <pc:picChg chg="add del mod">
          <ac:chgData name="Oliver Wang" userId="7d14f873-ff92-4c6a-ac6d-38c0e6356c29" providerId="ADAL" clId="{F33985FD-256F-4FB5-AFAE-A45931E3B9C9}" dt="2026-04-15T16:20:32.573" v="3685" actId="478"/>
          <ac:picMkLst>
            <pc:docMk/>
            <pc:sldMk cId="3113274371" sldId="280"/>
            <ac:picMk id="5" creationId="{3E093817-0C69-E9A1-5257-9EA8252FE755}"/>
          </ac:picMkLst>
        </pc:picChg>
        <pc:picChg chg="add del mod">
          <ac:chgData name="Oliver Wang" userId="7d14f873-ff92-4c6a-ac6d-38c0e6356c29" providerId="ADAL" clId="{F33985FD-256F-4FB5-AFAE-A45931E3B9C9}" dt="2026-04-15T16:22:42.561" v="3701" actId="478"/>
          <ac:picMkLst>
            <pc:docMk/>
            <pc:sldMk cId="3113274371" sldId="280"/>
            <ac:picMk id="7" creationId="{9F8E1E98-F8F1-D14E-E2B9-14A7F1B1BFD5}"/>
          </ac:picMkLst>
        </pc:picChg>
        <pc:picChg chg="add mod">
          <ac:chgData name="Oliver Wang" userId="7d14f873-ff92-4c6a-ac6d-38c0e6356c29" providerId="ADAL" clId="{F33985FD-256F-4FB5-AFAE-A45931E3B9C9}" dt="2026-04-15T16:21:20.629" v="3695" actId="571"/>
          <ac:picMkLst>
            <pc:docMk/>
            <pc:sldMk cId="3113274371" sldId="280"/>
            <ac:picMk id="10" creationId="{D0DADB90-B560-C5D7-AB3F-46EB2599FA48}"/>
          </ac:picMkLst>
        </pc:picChg>
        <pc:picChg chg="add mod">
          <ac:chgData name="Oliver Wang" userId="7d14f873-ff92-4c6a-ac6d-38c0e6356c29" providerId="ADAL" clId="{F33985FD-256F-4FB5-AFAE-A45931E3B9C9}" dt="2026-04-15T16:21:27.679" v="3697" actId="571"/>
          <ac:picMkLst>
            <pc:docMk/>
            <pc:sldMk cId="3113274371" sldId="280"/>
            <ac:picMk id="12" creationId="{4F8C05C7-673D-53C4-5A34-8C0325BB88A0}"/>
          </ac:picMkLst>
        </pc:picChg>
        <pc:picChg chg="add del mod ord">
          <ac:chgData name="Oliver Wang" userId="7d14f873-ff92-4c6a-ac6d-38c0e6356c29" providerId="ADAL" clId="{F33985FD-256F-4FB5-AFAE-A45931E3B9C9}" dt="2026-04-15T16:25:05.989" v="3715" actId="478"/>
          <ac:picMkLst>
            <pc:docMk/>
            <pc:sldMk cId="3113274371" sldId="280"/>
            <ac:picMk id="17" creationId="{88CB6C8A-8F46-509B-5FB1-8B9DE41F56B3}"/>
          </ac:picMkLst>
        </pc:picChg>
        <pc:picChg chg="add del">
          <ac:chgData name="Oliver Wang" userId="7d14f873-ff92-4c6a-ac6d-38c0e6356c29" providerId="ADAL" clId="{F33985FD-256F-4FB5-AFAE-A45931E3B9C9}" dt="2026-04-15T16:25:26.160" v="3717" actId="478"/>
          <ac:picMkLst>
            <pc:docMk/>
            <pc:sldMk cId="3113274371" sldId="280"/>
            <ac:picMk id="19" creationId="{687CC37B-87B3-6E46-0C2E-E30C58544A16}"/>
          </ac:picMkLst>
        </pc:picChg>
        <pc:picChg chg="add del">
          <ac:chgData name="Oliver Wang" userId="7d14f873-ff92-4c6a-ac6d-38c0e6356c29" providerId="ADAL" clId="{F33985FD-256F-4FB5-AFAE-A45931E3B9C9}" dt="2026-04-15T16:25:28.870" v="3719" actId="478"/>
          <ac:picMkLst>
            <pc:docMk/>
            <pc:sldMk cId="3113274371" sldId="280"/>
            <ac:picMk id="21" creationId="{51259C73-AC2E-E9FE-ECD0-F821D666970E}"/>
          </ac:picMkLst>
        </pc:picChg>
        <pc:picChg chg="add mod ord">
          <ac:chgData name="Oliver Wang" userId="7d14f873-ff92-4c6a-ac6d-38c0e6356c29" providerId="ADAL" clId="{F33985FD-256F-4FB5-AFAE-A45931E3B9C9}" dt="2026-04-15T16:25:57.599" v="3725" actId="1076"/>
          <ac:picMkLst>
            <pc:docMk/>
            <pc:sldMk cId="3113274371" sldId="280"/>
            <ac:picMk id="23" creationId="{43CAEF0E-AC27-8B51-74C5-C46E38917511}"/>
          </ac:picMkLst>
        </pc:picChg>
      </pc:sldChg>
      <pc:sldChg chg="addSp new del mod">
        <pc:chgData name="Oliver Wang" userId="7d14f873-ff92-4c6a-ac6d-38c0e6356c29" providerId="ADAL" clId="{F33985FD-256F-4FB5-AFAE-A45931E3B9C9}" dt="2026-04-15T16:39:48.117" v="3953" actId="47"/>
        <pc:sldMkLst>
          <pc:docMk/>
          <pc:sldMk cId="963187422" sldId="281"/>
        </pc:sldMkLst>
        <pc:picChg chg="add">
          <ac:chgData name="Oliver Wang" userId="7d14f873-ff92-4c6a-ac6d-38c0e6356c29" providerId="ADAL" clId="{F33985FD-256F-4FB5-AFAE-A45931E3B9C9}" dt="2026-04-15T16:20:25.728" v="3683" actId="22"/>
          <ac:picMkLst>
            <pc:docMk/>
            <pc:sldMk cId="963187422" sldId="281"/>
            <ac:picMk id="5" creationId="{31D15B13-B16A-469D-5386-A275E053AD98}"/>
          </ac:picMkLst>
        </pc:picChg>
      </pc:sldChg>
      <pc:sldChg chg="addSp delSp modSp new mod ord">
        <pc:chgData name="Oliver Wang" userId="7d14f873-ff92-4c6a-ac6d-38c0e6356c29" providerId="ADAL" clId="{F33985FD-256F-4FB5-AFAE-A45931E3B9C9}" dt="2026-04-15T16:44:52.609" v="3959"/>
        <pc:sldMkLst>
          <pc:docMk/>
          <pc:sldMk cId="1552128253" sldId="282"/>
        </pc:sldMkLst>
        <pc:spChg chg="mod">
          <ac:chgData name="Oliver Wang" userId="7d14f873-ff92-4c6a-ac6d-38c0e6356c29" providerId="ADAL" clId="{F33985FD-256F-4FB5-AFAE-A45931E3B9C9}" dt="2026-04-15T16:37:01.411" v="3883"/>
          <ac:spMkLst>
            <pc:docMk/>
            <pc:sldMk cId="1552128253" sldId="282"/>
            <ac:spMk id="2" creationId="{0AAE3D49-3D48-E525-F127-4F0F9A649F8F}"/>
          </ac:spMkLst>
        </pc:spChg>
        <pc:spChg chg="del">
          <ac:chgData name="Oliver Wang" userId="7d14f873-ff92-4c6a-ac6d-38c0e6356c29" providerId="ADAL" clId="{F33985FD-256F-4FB5-AFAE-A45931E3B9C9}" dt="2026-04-15T16:28:12.609" v="3796" actId="478"/>
          <ac:spMkLst>
            <pc:docMk/>
            <pc:sldMk cId="1552128253" sldId="282"/>
            <ac:spMk id="3" creationId="{93C768DB-C013-6CE8-40D0-9E9ABCA6930E}"/>
          </ac:spMkLst>
        </pc:spChg>
        <pc:spChg chg="add mod">
          <ac:chgData name="Oliver Wang" userId="7d14f873-ff92-4c6a-ac6d-38c0e6356c29" providerId="ADAL" clId="{F33985FD-256F-4FB5-AFAE-A45931E3B9C9}" dt="2026-04-15T16:37:41.710" v="3897" actId="207"/>
          <ac:spMkLst>
            <pc:docMk/>
            <pc:sldMk cId="1552128253" sldId="282"/>
            <ac:spMk id="6" creationId="{6E09FE45-F253-CC0E-5AD0-FE452718EAD4}"/>
          </ac:spMkLst>
        </pc:spChg>
        <pc:spChg chg="add mod ord">
          <ac:chgData name="Oliver Wang" userId="7d14f873-ff92-4c6a-ac6d-38c0e6356c29" providerId="ADAL" clId="{F33985FD-256F-4FB5-AFAE-A45931E3B9C9}" dt="2026-04-15T16:44:49.219" v="3957"/>
          <ac:spMkLst>
            <pc:docMk/>
            <pc:sldMk cId="1552128253" sldId="282"/>
            <ac:spMk id="7" creationId="{3CCBDE06-FA11-92F9-741F-EEB56984A1FC}"/>
          </ac:spMkLst>
        </pc:spChg>
        <pc:picChg chg="add mod ord">
          <ac:chgData name="Oliver Wang" userId="7d14f873-ff92-4c6a-ac6d-38c0e6356c29" providerId="ADAL" clId="{F33985FD-256F-4FB5-AFAE-A45931E3B9C9}" dt="2026-04-15T16:44:15.247" v="3954" actId="166"/>
          <ac:picMkLst>
            <pc:docMk/>
            <pc:sldMk cId="1552128253" sldId="282"/>
            <ac:picMk id="5" creationId="{EC148CD2-F313-3881-0604-998FF9515A76}"/>
          </ac:picMkLst>
        </pc:picChg>
      </pc:sldChg>
      <pc:sldChg chg="addSp delSp modSp new mod ord">
        <pc:chgData name="Oliver Wang" userId="7d14f873-ff92-4c6a-ac6d-38c0e6356c29" providerId="ADAL" clId="{F33985FD-256F-4FB5-AFAE-A45931E3B9C9}" dt="2026-04-15T16:44:57.033" v="3963"/>
        <pc:sldMkLst>
          <pc:docMk/>
          <pc:sldMk cId="899895646" sldId="283"/>
        </pc:sldMkLst>
        <pc:spChg chg="mod">
          <ac:chgData name="Oliver Wang" userId="7d14f873-ff92-4c6a-ac6d-38c0e6356c29" providerId="ADAL" clId="{F33985FD-256F-4FB5-AFAE-A45931E3B9C9}" dt="2026-04-15T16:44:57.033" v="3963"/>
          <ac:spMkLst>
            <pc:docMk/>
            <pc:sldMk cId="899895646" sldId="283"/>
            <ac:spMk id="2" creationId="{4D24D450-A1C7-F352-F2BB-0731E542D699}"/>
          </ac:spMkLst>
        </pc:spChg>
        <pc:spChg chg="mod">
          <ac:chgData name="Oliver Wang" userId="7d14f873-ff92-4c6a-ac6d-38c0e6356c29" providerId="ADAL" clId="{F33985FD-256F-4FB5-AFAE-A45931E3B9C9}" dt="2026-04-15T16:38:52.325" v="3938" actId="207"/>
          <ac:spMkLst>
            <pc:docMk/>
            <pc:sldMk cId="899895646" sldId="283"/>
            <ac:spMk id="3" creationId="{39BF1566-6651-0CB4-AFD4-2BF53EC4A0EF}"/>
          </ac:spMkLst>
        </pc:spChg>
        <pc:spChg chg="add mod">
          <ac:chgData name="Oliver Wang" userId="7d14f873-ff92-4c6a-ac6d-38c0e6356c29" providerId="ADAL" clId="{F33985FD-256F-4FB5-AFAE-A45931E3B9C9}" dt="2026-04-15T16:38:57.125" v="3939" actId="1076"/>
          <ac:spMkLst>
            <pc:docMk/>
            <pc:sldMk cId="899895646" sldId="283"/>
            <ac:spMk id="6" creationId="{2FF1A3BA-2E71-3491-3F27-F7799798C1BA}"/>
          </ac:spMkLst>
        </pc:spChg>
        <pc:picChg chg="add del mod">
          <ac:chgData name="Oliver Wang" userId="7d14f873-ff92-4c6a-ac6d-38c0e6356c29" providerId="ADAL" clId="{F33985FD-256F-4FB5-AFAE-A45931E3B9C9}" dt="2026-04-15T16:32:37.572" v="3870" actId="478"/>
          <ac:picMkLst>
            <pc:docMk/>
            <pc:sldMk cId="899895646" sldId="283"/>
            <ac:picMk id="5" creationId="{E8EB06BC-9243-1BE4-7C9A-C1225A717124}"/>
          </ac:picMkLst>
        </pc:picChg>
        <pc:picChg chg="add mod ord">
          <ac:chgData name="Oliver Wang" userId="7d14f873-ff92-4c6a-ac6d-38c0e6356c29" providerId="ADAL" clId="{F33985FD-256F-4FB5-AFAE-A45931E3B9C9}" dt="2026-04-15T16:32:55.968" v="3877" actId="167"/>
          <ac:picMkLst>
            <pc:docMk/>
            <pc:sldMk cId="899895646" sldId="283"/>
            <ac:picMk id="8" creationId="{55000D96-6004-37F2-68EF-78A2D65CD99C}"/>
          </ac:picMkLst>
        </pc:picChg>
      </pc:sldChg>
      <pc:sldChg chg="addSp delSp modSp mod chgLayout">
        <pc:chgData name="Oliver Wang" userId="7d14f873-ff92-4c6a-ac6d-38c0e6356c29" providerId="ADAL" clId="{F33985FD-256F-4FB5-AFAE-A45931E3B9C9}" dt="2026-04-16T02:18:33.859" v="4292" actId="2711"/>
        <pc:sldMkLst>
          <pc:docMk/>
          <pc:sldMk cId="875936708" sldId="284"/>
        </pc:sldMkLst>
        <pc:spChg chg="add mod ord">
          <ac:chgData name="Oliver Wang" userId="7d14f873-ff92-4c6a-ac6d-38c0e6356c29" providerId="ADAL" clId="{F33985FD-256F-4FB5-AFAE-A45931E3B9C9}" dt="2026-04-16T02:18:33.859" v="4292" actId="2711"/>
          <ac:spMkLst>
            <pc:docMk/>
            <pc:sldMk cId="875936708" sldId="284"/>
            <ac:spMk id="2" creationId="{EB4FD282-6CA0-5583-4861-83420CF0C0F1}"/>
          </ac:spMkLst>
        </pc:spChg>
        <pc:spChg chg="mod ord">
          <ac:chgData name="Oliver Wang" userId="7d14f873-ff92-4c6a-ac6d-38c0e6356c29" providerId="ADAL" clId="{F33985FD-256F-4FB5-AFAE-A45931E3B9C9}" dt="2026-04-16T02:18:27.342" v="4291" actId="2711"/>
          <ac:spMkLst>
            <pc:docMk/>
            <pc:sldMk cId="875936708" sldId="284"/>
            <ac:spMk id="3" creationId="{658160BD-1AAE-7373-4345-6215C90BD4F2}"/>
          </ac:spMkLst>
        </pc:spChg>
        <pc:spChg chg="del mod">
          <ac:chgData name="Oliver Wang" userId="7d14f873-ff92-4c6a-ac6d-38c0e6356c29" providerId="ADAL" clId="{F33985FD-256F-4FB5-AFAE-A45931E3B9C9}" dt="2026-04-16T02:13:07.751" v="4266" actId="478"/>
          <ac:spMkLst>
            <pc:docMk/>
            <pc:sldMk cId="875936708" sldId="284"/>
            <ac:spMk id="6" creationId="{C9618F43-4C24-5C50-441F-E48D336629B2}"/>
          </ac:spMkLst>
        </pc:spChg>
      </pc:sldChg>
      <pc:sldChg chg="modSp add mod ord">
        <pc:chgData name="Oliver Wang" userId="7d14f873-ff92-4c6a-ac6d-38c0e6356c29" providerId="ADAL" clId="{F33985FD-256F-4FB5-AFAE-A45931E3B9C9}" dt="2026-04-16T02:52:59.401" v="4504"/>
        <pc:sldMkLst>
          <pc:docMk/>
          <pc:sldMk cId="2751047844" sldId="285"/>
        </pc:sldMkLst>
        <pc:spChg chg="mod">
          <ac:chgData name="Oliver Wang" userId="7d14f873-ff92-4c6a-ac6d-38c0e6356c29" providerId="ADAL" clId="{F33985FD-256F-4FB5-AFAE-A45931E3B9C9}" dt="2026-04-16T02:18:10.027" v="4290" actId="2711"/>
          <ac:spMkLst>
            <pc:docMk/>
            <pc:sldMk cId="2751047844" sldId="285"/>
            <ac:spMk id="2" creationId="{DAF05EF4-7EDE-497D-9556-E0F229D2430C}"/>
          </ac:spMkLst>
        </pc:spChg>
        <pc:spChg chg="mod">
          <ac:chgData name="Oliver Wang" userId="7d14f873-ff92-4c6a-ac6d-38c0e6356c29" providerId="ADAL" clId="{F33985FD-256F-4FB5-AFAE-A45931E3B9C9}" dt="2026-04-16T02:52:59.401" v="4504"/>
          <ac:spMkLst>
            <pc:docMk/>
            <pc:sldMk cId="2751047844" sldId="285"/>
            <ac:spMk id="4" creationId="{3973EF8C-3617-B9C4-38DE-2BC34282A56E}"/>
          </ac:spMkLst>
        </pc:spChg>
      </pc:sldChg>
      <pc:sldChg chg="modSp mod">
        <pc:chgData name="Oliver Wang" userId="7d14f873-ff92-4c6a-ac6d-38c0e6356c29" providerId="ADAL" clId="{F33985FD-256F-4FB5-AFAE-A45931E3B9C9}" dt="2026-04-16T02:12:41.892" v="4262" actId="1076"/>
        <pc:sldMkLst>
          <pc:docMk/>
          <pc:sldMk cId="1859737141" sldId="286"/>
        </pc:sldMkLst>
        <pc:picChg chg="mod">
          <ac:chgData name="Oliver Wang" userId="7d14f873-ff92-4c6a-ac6d-38c0e6356c29" providerId="ADAL" clId="{F33985FD-256F-4FB5-AFAE-A45931E3B9C9}" dt="2026-04-16T02:12:41.892" v="4262" actId="1076"/>
          <ac:picMkLst>
            <pc:docMk/>
            <pc:sldMk cId="1859737141" sldId="286"/>
            <ac:picMk id="7" creationId="{F7836D0B-8866-CF8B-1E87-C3ED935CEE4E}"/>
          </ac:picMkLst>
        </pc:picChg>
      </pc:sldChg>
      <pc:sldChg chg="addSp delSp modSp new mod">
        <pc:chgData name="Oliver Wang" userId="7d14f873-ff92-4c6a-ac6d-38c0e6356c29" providerId="ADAL" clId="{F33985FD-256F-4FB5-AFAE-A45931E3B9C9}" dt="2026-04-16T02:46:11.375" v="4499" actId="14100"/>
        <pc:sldMkLst>
          <pc:docMk/>
          <pc:sldMk cId="2789018792" sldId="287"/>
        </pc:sldMkLst>
        <pc:spChg chg="mod">
          <ac:chgData name="Oliver Wang" userId="7d14f873-ff92-4c6a-ac6d-38c0e6356c29" providerId="ADAL" clId="{F33985FD-256F-4FB5-AFAE-A45931E3B9C9}" dt="2026-04-16T02:22:44.580" v="4378"/>
          <ac:spMkLst>
            <pc:docMk/>
            <pc:sldMk cId="2789018792" sldId="287"/>
            <ac:spMk id="2" creationId="{0948809D-54A0-9E1C-C2BB-0ACF71A8EF00}"/>
          </ac:spMkLst>
        </pc:spChg>
        <pc:spChg chg="del">
          <ac:chgData name="Oliver Wang" userId="7d14f873-ff92-4c6a-ac6d-38c0e6356c29" providerId="ADAL" clId="{F33985FD-256F-4FB5-AFAE-A45931E3B9C9}" dt="2026-04-16T02:22:13.475" v="4323" actId="478"/>
          <ac:spMkLst>
            <pc:docMk/>
            <pc:sldMk cId="2789018792" sldId="287"/>
            <ac:spMk id="3" creationId="{E91AEA3A-1B74-0F84-DB51-6F96B6AA9D59}"/>
          </ac:spMkLst>
        </pc:spChg>
        <pc:spChg chg="add mod">
          <ac:chgData name="Oliver Wang" userId="7d14f873-ff92-4c6a-ac6d-38c0e6356c29" providerId="ADAL" clId="{F33985FD-256F-4FB5-AFAE-A45931E3B9C9}" dt="2026-04-16T02:46:03.351" v="4497" actId="14100"/>
          <ac:spMkLst>
            <pc:docMk/>
            <pc:sldMk cId="2789018792" sldId="287"/>
            <ac:spMk id="6" creationId="{9DAFF94D-A5D7-8D42-FD33-AD6CAB405AD3}"/>
          </ac:spMkLst>
        </pc:spChg>
        <pc:spChg chg="add mod">
          <ac:chgData name="Oliver Wang" userId="7d14f873-ff92-4c6a-ac6d-38c0e6356c29" providerId="ADAL" clId="{F33985FD-256F-4FB5-AFAE-A45931E3B9C9}" dt="2026-04-16T02:46:08.055" v="4498" actId="14100"/>
          <ac:spMkLst>
            <pc:docMk/>
            <pc:sldMk cId="2789018792" sldId="287"/>
            <ac:spMk id="7" creationId="{CA61DB58-2E43-A32A-32FB-EC16612A7944}"/>
          </ac:spMkLst>
        </pc:spChg>
        <pc:spChg chg="add del mod">
          <ac:chgData name="Oliver Wang" userId="7d14f873-ff92-4c6a-ac6d-38c0e6356c29" providerId="ADAL" clId="{F33985FD-256F-4FB5-AFAE-A45931E3B9C9}" dt="2026-04-16T02:42:16.645" v="4447" actId="478"/>
          <ac:spMkLst>
            <pc:docMk/>
            <pc:sldMk cId="2789018792" sldId="287"/>
            <ac:spMk id="8" creationId="{D47F93F1-8F0E-A73C-1BC4-250D62604AB3}"/>
          </ac:spMkLst>
        </pc:spChg>
        <pc:spChg chg="add mod">
          <ac:chgData name="Oliver Wang" userId="7d14f873-ff92-4c6a-ac6d-38c0e6356c29" providerId="ADAL" clId="{F33985FD-256F-4FB5-AFAE-A45931E3B9C9}" dt="2026-04-16T02:46:11.375" v="4499" actId="14100"/>
          <ac:spMkLst>
            <pc:docMk/>
            <pc:sldMk cId="2789018792" sldId="287"/>
            <ac:spMk id="11" creationId="{6008FEEC-7B4D-6A79-7F59-B3C48DE73458}"/>
          </ac:spMkLst>
        </pc:spChg>
        <pc:picChg chg="add del">
          <ac:chgData name="Oliver Wang" userId="7d14f873-ff92-4c6a-ac6d-38c0e6356c29" providerId="ADAL" clId="{F33985FD-256F-4FB5-AFAE-A45931E3B9C9}" dt="2026-04-16T02:39:09.401" v="4390" actId="478"/>
          <ac:picMkLst>
            <pc:docMk/>
            <pc:sldMk cId="2789018792" sldId="287"/>
            <ac:picMk id="5" creationId="{235DE3E1-DB62-CA1B-E899-1BAFAD14EE33}"/>
          </ac:picMkLst>
        </pc:picChg>
        <pc:picChg chg="add mod ord">
          <ac:chgData name="Oliver Wang" userId="7d14f873-ff92-4c6a-ac6d-38c0e6356c29" providerId="ADAL" clId="{F33985FD-256F-4FB5-AFAE-A45931E3B9C9}" dt="2026-04-16T02:40:46.137" v="4415" actId="1076"/>
          <ac:picMkLst>
            <pc:docMk/>
            <pc:sldMk cId="2789018792" sldId="287"/>
            <ac:picMk id="10" creationId="{A27D3054-0FA8-D1A5-DD4C-CCAE7354D831}"/>
          </ac:picMkLst>
        </pc:picChg>
      </pc:sldChg>
      <pc:sldMasterChg chg="modSp modSldLayout">
        <pc:chgData name="Oliver Wang" userId="7d14f873-ff92-4c6a-ac6d-38c0e6356c29" providerId="ADAL" clId="{F33985FD-256F-4FB5-AFAE-A45931E3B9C9}" dt="2026-04-16T02:14:41.099" v="4273" actId="2711"/>
        <pc:sldMasterMkLst>
          <pc:docMk/>
          <pc:sldMasterMk cId="1864332948" sldId="2147483648"/>
        </pc:sldMasterMkLst>
        <pc:spChg chg="mod">
          <ac:chgData name="Oliver Wang" userId="7d14f873-ff92-4c6a-ac6d-38c0e6356c29" providerId="ADAL" clId="{F33985FD-256F-4FB5-AFAE-A45931E3B9C9}" dt="2026-04-16T02:14:41.099" v="4273" actId="2711"/>
          <ac:spMkLst>
            <pc:docMk/>
            <pc:sldMasterMk cId="1864332948" sldId="2147483648"/>
            <ac:spMk id="2" creationId="{26F8F873-78E6-20BB-EBA3-8BB1E77BEAED}"/>
          </ac:spMkLst>
        </pc:spChg>
        <pc:spChg chg="mod">
          <ac:chgData name="Oliver Wang" userId="7d14f873-ff92-4c6a-ac6d-38c0e6356c29" providerId="ADAL" clId="{F33985FD-256F-4FB5-AFAE-A45931E3B9C9}" dt="2026-04-16T02:14:41.099" v="4273" actId="2711"/>
          <ac:spMkLst>
            <pc:docMk/>
            <pc:sldMasterMk cId="1864332948" sldId="2147483648"/>
            <ac:spMk id="3" creationId="{2E209167-410F-16AE-6EBF-EEE21BF6C6D4}"/>
          </ac:spMkLst>
        </pc:spChg>
        <pc:spChg chg="mod">
          <ac:chgData name="Oliver Wang" userId="7d14f873-ff92-4c6a-ac6d-38c0e6356c29" providerId="ADAL" clId="{F33985FD-256F-4FB5-AFAE-A45931E3B9C9}" dt="2026-04-16T02:14:41.099" v="4273" actId="2711"/>
          <ac:spMkLst>
            <pc:docMk/>
            <pc:sldMasterMk cId="1864332948" sldId="2147483648"/>
            <ac:spMk id="4" creationId="{0D1BCD0E-6534-BDF0-A769-CE4279DE15ED}"/>
          </ac:spMkLst>
        </pc:spChg>
        <pc:spChg chg="mod">
          <ac:chgData name="Oliver Wang" userId="7d14f873-ff92-4c6a-ac6d-38c0e6356c29" providerId="ADAL" clId="{F33985FD-256F-4FB5-AFAE-A45931E3B9C9}" dt="2026-04-16T02:14:41.099" v="4273" actId="2711"/>
          <ac:spMkLst>
            <pc:docMk/>
            <pc:sldMasterMk cId="1864332948" sldId="2147483648"/>
            <ac:spMk id="5" creationId="{9947D165-326C-5386-0ABA-78EB56593C7C}"/>
          </ac:spMkLst>
        </pc:spChg>
        <pc:spChg chg="mod">
          <ac:chgData name="Oliver Wang" userId="7d14f873-ff92-4c6a-ac6d-38c0e6356c29" providerId="ADAL" clId="{F33985FD-256F-4FB5-AFAE-A45931E3B9C9}" dt="2026-04-16T02:14:41.099" v="4273" actId="2711"/>
          <ac:spMkLst>
            <pc:docMk/>
            <pc:sldMasterMk cId="1864332948" sldId="2147483648"/>
            <ac:spMk id="6" creationId="{12B902C9-4BFD-C8C0-BCC6-41FA1E89DFE1}"/>
          </ac:spMkLst>
        </pc:spChg>
        <pc:sldLayoutChg chg="modSp mod">
          <pc:chgData name="Oliver Wang" userId="7d14f873-ff92-4c6a-ac6d-38c0e6356c29" providerId="ADAL" clId="{F33985FD-256F-4FB5-AFAE-A45931E3B9C9}" dt="2026-04-16T02:12:25.356" v="4261" actId="2711"/>
          <pc:sldLayoutMkLst>
            <pc:docMk/>
            <pc:sldMasterMk cId="1864332948" sldId="2147483648"/>
            <pc:sldLayoutMk cId="1036272488" sldId="2147483650"/>
          </pc:sldLayoutMkLst>
          <pc:spChg chg="mod">
            <ac:chgData name="Oliver Wang" userId="7d14f873-ff92-4c6a-ac6d-38c0e6356c29" providerId="ADAL" clId="{F33985FD-256F-4FB5-AFAE-A45931E3B9C9}" dt="2026-04-16T02:12:25.356" v="4261" actId="2711"/>
            <ac:spMkLst>
              <pc:docMk/>
              <pc:sldMasterMk cId="1864332948" sldId="2147483648"/>
              <pc:sldLayoutMk cId="1036272488" sldId="2147483650"/>
              <ac:spMk id="2" creationId="{DDFA4A26-32F0-136F-B939-4FC15F9DA059}"/>
            </ac:spMkLst>
          </pc:spChg>
          <pc:spChg chg="mod">
            <ac:chgData name="Oliver Wang" userId="7d14f873-ff92-4c6a-ac6d-38c0e6356c29" providerId="ADAL" clId="{F33985FD-256F-4FB5-AFAE-A45931E3B9C9}" dt="2026-04-16T02:12:25.356" v="4261" actId="2711"/>
            <ac:spMkLst>
              <pc:docMk/>
              <pc:sldMasterMk cId="1864332948" sldId="2147483648"/>
              <pc:sldLayoutMk cId="1036272488" sldId="2147483650"/>
              <ac:spMk id="3" creationId="{0845E8FD-087F-E5DC-6DC2-D10EE62510B0}"/>
            </ac:spMkLst>
          </pc:spChg>
          <pc:spChg chg="mod">
            <ac:chgData name="Oliver Wang" userId="7d14f873-ff92-4c6a-ac6d-38c0e6356c29" providerId="ADAL" clId="{F33985FD-256F-4FB5-AFAE-A45931E3B9C9}" dt="2026-04-16T02:12:25.356" v="4261" actId="2711"/>
            <ac:spMkLst>
              <pc:docMk/>
              <pc:sldMasterMk cId="1864332948" sldId="2147483648"/>
              <pc:sldLayoutMk cId="1036272488" sldId="2147483650"/>
              <ac:spMk id="4" creationId="{7A1921BE-A81E-0B28-76A1-EC444B708554}"/>
            </ac:spMkLst>
          </pc:spChg>
          <pc:spChg chg="mod">
            <ac:chgData name="Oliver Wang" userId="7d14f873-ff92-4c6a-ac6d-38c0e6356c29" providerId="ADAL" clId="{F33985FD-256F-4FB5-AFAE-A45931E3B9C9}" dt="2026-04-16T02:12:25.356" v="4261" actId="2711"/>
            <ac:spMkLst>
              <pc:docMk/>
              <pc:sldMasterMk cId="1864332948" sldId="2147483648"/>
              <pc:sldLayoutMk cId="1036272488" sldId="2147483650"/>
              <ac:spMk id="5" creationId="{0AD788B8-A9CD-CE3C-6795-42F5ACF731FD}"/>
            </ac:spMkLst>
          </pc:spChg>
          <pc:spChg chg="mod">
            <ac:chgData name="Oliver Wang" userId="7d14f873-ff92-4c6a-ac6d-38c0e6356c29" providerId="ADAL" clId="{F33985FD-256F-4FB5-AFAE-A45931E3B9C9}" dt="2026-04-16T02:12:25.356" v="4261" actId="2711"/>
            <ac:spMkLst>
              <pc:docMk/>
              <pc:sldMasterMk cId="1864332948" sldId="2147483648"/>
              <pc:sldLayoutMk cId="1036272488" sldId="2147483650"/>
              <ac:spMk id="6" creationId="{21545FA7-6A00-ABF3-C54C-F536CB2309A2}"/>
            </ac:spMkLst>
          </pc:spChg>
        </pc:sldLayoutChg>
      </pc:sldMaster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E526746-704B-466C-964D-8B2E5C00D312}" type="doc">
      <dgm:prSet loTypeId="urn:microsoft.com/office/officeart/2005/8/layout/orgChart1" loCatId="hierarchy" qsTypeId="urn:microsoft.com/office/officeart/2005/8/quickstyle/simple2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67F5BB57-9619-4439-8F64-22DDCC2BDCB2}">
      <dgm:prSet custT="1"/>
      <dgm:spPr/>
      <dgm:t>
        <a:bodyPr/>
        <a:lstStyle/>
        <a:p>
          <a:r>
            <a:rPr lang="zh-TW" sz="1600"/>
            <a:t>生管前次月報議題 </a:t>
          </a:r>
          <a:endParaRPr lang="en-US" altLang="zh-TW" sz="1600"/>
        </a:p>
        <a:p>
          <a:r>
            <a:rPr lang="en-US" sz="1600"/>
            <a:t>(</a:t>
          </a:r>
          <a:r>
            <a:rPr lang="zh-TW" sz="1600"/>
            <a:t>二月底的資料</a:t>
          </a:r>
          <a:r>
            <a:rPr lang="en-US" sz="1600"/>
            <a:t>)</a:t>
          </a:r>
        </a:p>
      </dgm:t>
    </dgm:pt>
    <dgm:pt modelId="{8E0338DD-DEAE-44BB-BDF8-2447972699BA}" type="parTrans" cxnId="{35C14F7D-415F-45A6-A410-BD2A2BA71995}">
      <dgm:prSet/>
      <dgm:spPr/>
      <dgm:t>
        <a:bodyPr/>
        <a:lstStyle/>
        <a:p>
          <a:endParaRPr lang="en-US" sz="2800"/>
        </a:p>
      </dgm:t>
    </dgm:pt>
    <dgm:pt modelId="{847ACB2C-EC82-41CE-B5D2-FB35A144EF1C}" type="sibTrans" cxnId="{35C14F7D-415F-45A6-A410-BD2A2BA71995}">
      <dgm:prSet/>
      <dgm:spPr/>
      <dgm:t>
        <a:bodyPr/>
        <a:lstStyle/>
        <a:p>
          <a:endParaRPr lang="en-US" sz="2800"/>
        </a:p>
      </dgm:t>
    </dgm:pt>
    <dgm:pt modelId="{D252E0FF-9B86-4E34-B454-1A0AE38D1A45}">
      <dgm:prSet custT="1"/>
      <dgm:spPr/>
      <dgm:t>
        <a:bodyPr/>
        <a:lstStyle/>
        <a:p>
          <a:r>
            <a:rPr lang="zh-TW" sz="1600"/>
            <a:t>月報 </a:t>
          </a:r>
          <a:r>
            <a:rPr lang="en-US" sz="1600"/>
            <a:t>YOY </a:t>
          </a:r>
          <a:r>
            <a:rPr lang="zh-TW" sz="1600"/>
            <a:t>市購實際多料 </a:t>
          </a:r>
          <a:r>
            <a:rPr lang="en-US" altLang="zh-TW" sz="1600"/>
            <a:t>, </a:t>
          </a:r>
          <a:r>
            <a:rPr lang="zh-TW" sz="1600"/>
            <a:t>主要</a:t>
          </a:r>
          <a:r>
            <a:rPr lang="zh-TW" altLang="en-US" sz="1600"/>
            <a:t>可相比的</a:t>
          </a:r>
          <a:endParaRPr lang="en-US" altLang="zh-TW" sz="1600"/>
        </a:p>
        <a:p>
          <a:r>
            <a:rPr lang="zh-TW" altLang="en-US" sz="1600"/>
            <a:t>差異是</a:t>
          </a:r>
          <a:r>
            <a:rPr lang="zh-TW" sz="1600"/>
            <a:t>布料</a:t>
          </a:r>
          <a:r>
            <a:rPr lang="zh-TW" altLang="en-US" sz="1600"/>
            <a:t> </a:t>
          </a:r>
          <a:r>
            <a:rPr lang="en-US" sz="1600">
              <a:solidFill>
                <a:schemeClr val="bg1">
                  <a:lumMod val="75000"/>
                </a:schemeClr>
              </a:solidFill>
            </a:rPr>
            <a:t>MOQ320</a:t>
          </a:r>
          <a:r>
            <a:rPr lang="zh-TW" sz="1600">
              <a:solidFill>
                <a:schemeClr val="bg1">
                  <a:lumMod val="75000"/>
                </a:schemeClr>
              </a:solidFill>
            </a:rPr>
            <a:t>萬</a:t>
          </a:r>
          <a:r>
            <a:rPr lang="en-US" sz="1600">
              <a:solidFill>
                <a:schemeClr val="bg1">
                  <a:lumMod val="75000"/>
                </a:schemeClr>
              </a:solidFill>
            </a:rPr>
            <a:t>RMB, MCR 83</a:t>
          </a:r>
          <a:r>
            <a:rPr lang="zh-TW" altLang="en-US" sz="1600">
              <a:solidFill>
                <a:schemeClr val="bg1">
                  <a:lumMod val="75000"/>
                </a:schemeClr>
              </a:solidFill>
            </a:rPr>
            <a:t>萬</a:t>
          </a:r>
          <a:endParaRPr lang="en-US" sz="1600">
            <a:solidFill>
              <a:schemeClr val="bg1">
                <a:lumMod val="75000"/>
              </a:schemeClr>
            </a:solidFill>
          </a:endParaRPr>
        </a:p>
      </dgm:t>
    </dgm:pt>
    <dgm:pt modelId="{1108A770-D140-4073-B180-63992D192F0A}" type="parTrans" cxnId="{A9BDC1B5-6446-4513-B92C-84A05EC0B4F3}">
      <dgm:prSet/>
      <dgm:spPr/>
      <dgm:t>
        <a:bodyPr/>
        <a:lstStyle/>
        <a:p>
          <a:endParaRPr lang="en-US" sz="2800"/>
        </a:p>
      </dgm:t>
    </dgm:pt>
    <dgm:pt modelId="{653488A2-0CB6-4EB1-AAD2-E19AD49BDB87}" type="sibTrans" cxnId="{A9BDC1B5-6446-4513-B92C-84A05EC0B4F3}">
      <dgm:prSet/>
      <dgm:spPr/>
      <dgm:t>
        <a:bodyPr/>
        <a:lstStyle/>
        <a:p>
          <a:endParaRPr lang="en-US" sz="2800"/>
        </a:p>
      </dgm:t>
    </dgm:pt>
    <dgm:pt modelId="{0725DE1F-9985-447B-A1B5-D7982779FB52}">
      <dgm:prSet custT="1"/>
      <dgm:spPr/>
      <dgm:t>
        <a:bodyPr/>
        <a:lstStyle/>
        <a:p>
          <a:r>
            <a:rPr lang="en-US" sz="1400"/>
            <a:t>MOQ</a:t>
          </a:r>
          <a:r>
            <a:rPr lang="zh-TW" sz="1400"/>
            <a:t>多料分析</a:t>
          </a:r>
          <a:r>
            <a:rPr lang="en-US" sz="1400"/>
            <a:t>- </a:t>
          </a:r>
          <a:r>
            <a:rPr lang="zh-TW" sz="1400"/>
            <a:t> 應報</a:t>
          </a:r>
          <a:r>
            <a:rPr lang="en-US" sz="1400"/>
            <a:t>:</a:t>
          </a:r>
          <a:r>
            <a:rPr lang="zh-TW" sz="1400"/>
            <a:t> </a:t>
          </a:r>
          <a:r>
            <a:rPr lang="en-US" sz="1400" b="1">
              <a:solidFill>
                <a:srgbClr val="FFC000"/>
              </a:solidFill>
            </a:rPr>
            <a:t>112</a:t>
          </a:r>
          <a:r>
            <a:rPr lang="zh-TW" sz="1400" b="1">
              <a:solidFill>
                <a:srgbClr val="FFC000"/>
              </a:solidFill>
            </a:rPr>
            <a:t>萬</a:t>
          </a:r>
          <a:r>
            <a:rPr lang="zh-TW" sz="1400"/>
            <a:t> </a:t>
          </a:r>
          <a:r>
            <a:rPr lang="en-US" sz="1400"/>
            <a:t>+</a:t>
          </a:r>
          <a:r>
            <a:rPr lang="zh-TW" sz="1400"/>
            <a:t> </a:t>
          </a:r>
          <a:r>
            <a:rPr lang="en-US" sz="1400"/>
            <a:t>SP/</a:t>
          </a:r>
          <a:r>
            <a:rPr lang="zh-TW" sz="1400"/>
            <a:t>新單</a:t>
          </a:r>
          <a:r>
            <a:rPr lang="en-US" sz="1400"/>
            <a:t>:</a:t>
          </a:r>
          <a:r>
            <a:rPr lang="zh-TW" sz="1400"/>
            <a:t> </a:t>
          </a:r>
          <a:r>
            <a:rPr lang="en-US" sz="1400" b="1">
              <a:solidFill>
                <a:srgbClr val="FFC000"/>
              </a:solidFill>
            </a:rPr>
            <a:t>52</a:t>
          </a:r>
          <a:r>
            <a:rPr lang="zh-TW" sz="1400" b="1">
              <a:solidFill>
                <a:srgbClr val="FFC000"/>
              </a:solidFill>
            </a:rPr>
            <a:t>萬 </a:t>
          </a:r>
          <a:r>
            <a:rPr lang="en-US" sz="1400" b="1">
              <a:solidFill>
                <a:srgbClr val="FFC000"/>
              </a:solidFill>
            </a:rPr>
            <a:t>RMB</a:t>
          </a:r>
          <a:r>
            <a:rPr lang="zh-TW" sz="1400" b="1"/>
            <a:t> </a:t>
          </a:r>
          <a:r>
            <a:rPr lang="zh-TW" sz="1400"/>
            <a:t>補報</a:t>
          </a:r>
          <a:endParaRPr lang="en-US" sz="1400"/>
        </a:p>
      </dgm:t>
    </dgm:pt>
    <dgm:pt modelId="{41CEA36B-3ED9-47C8-B2FF-9E05E55ABFB6}" type="parTrans" cxnId="{34180F87-6D24-4000-8709-F7DD61556916}">
      <dgm:prSet/>
      <dgm:spPr/>
      <dgm:t>
        <a:bodyPr/>
        <a:lstStyle/>
        <a:p>
          <a:endParaRPr lang="en-US" sz="2800"/>
        </a:p>
      </dgm:t>
    </dgm:pt>
    <dgm:pt modelId="{9E7BF7F3-49E1-4381-9702-29154FA40CC0}" type="sibTrans" cxnId="{34180F87-6D24-4000-8709-F7DD61556916}">
      <dgm:prSet/>
      <dgm:spPr/>
      <dgm:t>
        <a:bodyPr/>
        <a:lstStyle/>
        <a:p>
          <a:endParaRPr lang="en-US" sz="2800"/>
        </a:p>
      </dgm:t>
    </dgm:pt>
    <dgm:pt modelId="{6E99248A-78C7-433B-A467-215FD73704AE}">
      <dgm:prSet custT="1"/>
      <dgm:spPr/>
      <dgm:t>
        <a:bodyPr/>
        <a:lstStyle/>
        <a:p>
          <a:r>
            <a:rPr lang="zh-TW" sz="1600"/>
            <a:t>業務議題</a:t>
          </a:r>
          <a:endParaRPr lang="en-US" sz="1600"/>
        </a:p>
      </dgm:t>
    </dgm:pt>
    <dgm:pt modelId="{1B615A44-7837-4945-8355-386A18C7C428}" type="parTrans" cxnId="{47F03214-60A6-4025-A905-9CA125CA41DD}">
      <dgm:prSet/>
      <dgm:spPr/>
      <dgm:t>
        <a:bodyPr/>
        <a:lstStyle/>
        <a:p>
          <a:endParaRPr lang="en-US" sz="2800"/>
        </a:p>
      </dgm:t>
    </dgm:pt>
    <dgm:pt modelId="{92425215-7CCB-4C5F-AB05-EC28BB8E2C4B}" type="sibTrans" cxnId="{47F03214-60A6-4025-A905-9CA125CA41DD}">
      <dgm:prSet/>
      <dgm:spPr/>
      <dgm:t>
        <a:bodyPr/>
        <a:lstStyle/>
        <a:p>
          <a:endParaRPr lang="en-US" sz="2800"/>
        </a:p>
      </dgm:t>
    </dgm:pt>
    <dgm:pt modelId="{F6D2E1BA-A9B2-4EBB-AC22-1116128B29FB}">
      <dgm:prSet custT="1"/>
      <dgm:spPr/>
      <dgm:t>
        <a:bodyPr/>
        <a:lstStyle/>
        <a:p>
          <a:r>
            <a:rPr lang="zh-TW" altLang="en-US" sz="1600"/>
            <a:t>明確根因分析</a:t>
          </a:r>
          <a:endParaRPr lang="en-US" sz="1600"/>
        </a:p>
      </dgm:t>
    </dgm:pt>
    <dgm:pt modelId="{E43B8C66-90BA-4D7A-AC3D-EBD6FF37E14B}" type="parTrans" cxnId="{CB6FE7D0-E06E-4459-976C-6BE17CEE6DEF}">
      <dgm:prSet/>
      <dgm:spPr/>
      <dgm:t>
        <a:bodyPr/>
        <a:lstStyle/>
        <a:p>
          <a:endParaRPr lang="en-US" sz="2800"/>
        </a:p>
      </dgm:t>
    </dgm:pt>
    <dgm:pt modelId="{603C8D71-1D5E-4555-A788-F8514AB5FC32}" type="sibTrans" cxnId="{CB6FE7D0-E06E-4459-976C-6BE17CEE6DEF}">
      <dgm:prSet/>
      <dgm:spPr/>
      <dgm:t>
        <a:bodyPr/>
        <a:lstStyle/>
        <a:p>
          <a:endParaRPr lang="en-US" sz="2800"/>
        </a:p>
      </dgm:t>
    </dgm:pt>
    <dgm:pt modelId="{1E9F68C0-CDAF-42B5-BD5A-D77E431E1FF4}">
      <dgm:prSet custT="1"/>
      <dgm:spPr/>
      <dgm:t>
        <a:bodyPr/>
        <a:lstStyle/>
        <a:p>
          <a:r>
            <a:rPr lang="zh-TW" sz="1400"/>
            <a:t>有單號的為何沒轉入</a:t>
          </a:r>
          <a:r>
            <a:rPr lang="en-US" sz="1400"/>
            <a:t>E&amp;O, </a:t>
          </a:r>
          <a:r>
            <a:rPr lang="zh-TW" sz="1400"/>
            <a:t>需要生管</a:t>
          </a:r>
          <a:r>
            <a:rPr lang="en-US" sz="1400"/>
            <a:t>&amp; IT team </a:t>
          </a:r>
          <a:r>
            <a:rPr lang="zh-TW" sz="1400"/>
            <a:t>協助先釐清</a:t>
          </a:r>
          <a:endParaRPr lang="en-US" sz="1400"/>
        </a:p>
      </dgm:t>
    </dgm:pt>
    <dgm:pt modelId="{93AC5655-82EE-4A6C-A4A6-02E19083C745}" type="parTrans" cxnId="{F7F842C9-B4EE-42FE-993E-FDDFEC259F03}">
      <dgm:prSet/>
      <dgm:spPr/>
      <dgm:t>
        <a:bodyPr/>
        <a:lstStyle/>
        <a:p>
          <a:endParaRPr lang="en-US" sz="2800"/>
        </a:p>
      </dgm:t>
    </dgm:pt>
    <dgm:pt modelId="{0C059DD9-AB48-49EF-97BF-F4E058E11CE7}" type="sibTrans" cxnId="{F7F842C9-B4EE-42FE-993E-FDDFEC259F03}">
      <dgm:prSet/>
      <dgm:spPr/>
      <dgm:t>
        <a:bodyPr/>
        <a:lstStyle/>
        <a:p>
          <a:endParaRPr lang="en-US" sz="2800"/>
        </a:p>
      </dgm:t>
    </dgm:pt>
    <dgm:pt modelId="{C8BE187F-D5B9-4660-A336-21ABAC775AE6}">
      <dgm:prSet custT="1"/>
      <dgm:spPr/>
      <dgm:t>
        <a:bodyPr/>
        <a:lstStyle/>
        <a:p>
          <a:r>
            <a:rPr lang="en-US" sz="1400">
              <a:solidFill>
                <a:schemeClr val="bg1">
                  <a:lumMod val="95000"/>
                </a:schemeClr>
              </a:solidFill>
            </a:rPr>
            <a:t>MCR 85%</a:t>
          </a:r>
          <a:r>
            <a:rPr lang="zh-TW" altLang="en-US" sz="1400">
              <a:solidFill>
                <a:schemeClr val="bg1">
                  <a:lumMod val="95000"/>
                </a:schemeClr>
              </a:solidFill>
            </a:rPr>
            <a:t>是布件</a:t>
          </a:r>
          <a:r>
            <a:rPr lang="en-US" altLang="zh-TW" sz="1400">
              <a:solidFill>
                <a:schemeClr val="bg1">
                  <a:lumMod val="95000"/>
                </a:schemeClr>
              </a:solidFill>
            </a:rPr>
            <a:t>, 10%</a:t>
          </a:r>
          <a:r>
            <a:rPr lang="zh-TW" altLang="en-US" sz="1400">
              <a:solidFill>
                <a:schemeClr val="bg1">
                  <a:lumMod val="95000"/>
                </a:schemeClr>
              </a:solidFill>
            </a:rPr>
            <a:t>是金屬件</a:t>
          </a:r>
          <a:r>
            <a:rPr lang="en-US" altLang="zh-TW" sz="1400">
              <a:solidFill>
                <a:schemeClr val="bg1">
                  <a:lumMod val="95000"/>
                </a:schemeClr>
              </a:solidFill>
            </a:rPr>
            <a:t>(</a:t>
          </a:r>
          <a:r>
            <a:rPr lang="zh-TW" altLang="en-US" sz="1400">
              <a:solidFill>
                <a:schemeClr val="bg1">
                  <a:lumMod val="95000"/>
                </a:schemeClr>
              </a:solidFill>
            </a:rPr>
            <a:t>主要清單如補充資料</a:t>
          </a:r>
          <a:r>
            <a:rPr lang="en-US" altLang="zh-TW" sz="1400">
              <a:solidFill>
                <a:schemeClr val="bg1">
                  <a:lumMod val="95000"/>
                </a:schemeClr>
              </a:solidFill>
            </a:rPr>
            <a:t>)</a:t>
          </a:r>
          <a:endParaRPr lang="en-US" sz="1400">
            <a:solidFill>
              <a:schemeClr val="bg1">
                <a:lumMod val="95000"/>
              </a:schemeClr>
            </a:solidFill>
          </a:endParaRPr>
        </a:p>
      </dgm:t>
    </dgm:pt>
    <dgm:pt modelId="{2BE70571-C755-44F2-81DC-25032AECD784}" type="parTrans" cxnId="{02DC5C78-F67D-4BEE-B5CC-C70E19615DA8}">
      <dgm:prSet/>
      <dgm:spPr/>
      <dgm:t>
        <a:bodyPr/>
        <a:lstStyle/>
        <a:p>
          <a:endParaRPr lang="zh-TW" altLang="en-US" sz="2800"/>
        </a:p>
      </dgm:t>
    </dgm:pt>
    <dgm:pt modelId="{E5AB2559-9919-48D4-996F-E0D5A97E29DC}" type="sibTrans" cxnId="{02DC5C78-F67D-4BEE-B5CC-C70E19615DA8}">
      <dgm:prSet/>
      <dgm:spPr/>
      <dgm:t>
        <a:bodyPr/>
        <a:lstStyle/>
        <a:p>
          <a:endParaRPr lang="zh-TW" altLang="en-US" sz="2800"/>
        </a:p>
      </dgm:t>
    </dgm:pt>
    <dgm:pt modelId="{3C022592-DC3C-4129-85AD-8F53211661A1}">
      <dgm:prSet custT="1"/>
      <dgm:spPr/>
      <dgm:t>
        <a:bodyPr/>
        <a:lstStyle/>
        <a:p>
          <a:r>
            <a:rPr lang="zh-TW" sz="1400"/>
            <a:t>需要能解讀是甚麼物料</a:t>
          </a:r>
          <a:r>
            <a:rPr lang="en-US" sz="1400"/>
            <a:t>&amp;</a:t>
          </a:r>
          <a:r>
            <a:rPr lang="zh-TW" sz="1400"/>
            <a:t>因為哪張訂單產生的多料</a:t>
          </a:r>
          <a:r>
            <a:rPr lang="en-US" sz="1400"/>
            <a:t>. </a:t>
          </a:r>
        </a:p>
      </dgm:t>
    </dgm:pt>
    <dgm:pt modelId="{775C1D17-A35F-42E2-ABF7-BC24817172FD}" type="parTrans" cxnId="{3A89ED22-7906-44EB-A298-0E1BEC061236}">
      <dgm:prSet/>
      <dgm:spPr/>
      <dgm:t>
        <a:bodyPr/>
        <a:lstStyle/>
        <a:p>
          <a:endParaRPr lang="zh-TW" altLang="en-US" sz="2800"/>
        </a:p>
      </dgm:t>
    </dgm:pt>
    <dgm:pt modelId="{38CD380F-7AEC-4C55-9294-B6C6C455CBE2}" type="sibTrans" cxnId="{3A89ED22-7906-44EB-A298-0E1BEC061236}">
      <dgm:prSet/>
      <dgm:spPr/>
      <dgm:t>
        <a:bodyPr/>
        <a:lstStyle/>
        <a:p>
          <a:endParaRPr lang="zh-TW" altLang="en-US" sz="2800"/>
        </a:p>
      </dgm:t>
    </dgm:pt>
    <dgm:pt modelId="{EB3E7679-2014-44DA-BA46-11AF06614574}">
      <dgm:prSet custT="1"/>
      <dgm:spPr>
        <a:solidFill>
          <a:schemeClr val="tx1">
            <a:lumMod val="65000"/>
            <a:lumOff val="35000"/>
          </a:schemeClr>
        </a:solidFill>
      </dgm:spPr>
      <dgm:t>
        <a:bodyPr/>
        <a:lstStyle/>
        <a:p>
          <a:r>
            <a:rPr lang="zh-TW" altLang="en-US" sz="1600"/>
            <a:t>客戶談判策略</a:t>
          </a:r>
          <a:endParaRPr lang="en-US" sz="1600"/>
        </a:p>
      </dgm:t>
    </dgm:pt>
    <dgm:pt modelId="{E381D897-429D-41A6-9B4F-1010F04CBA9B}" type="parTrans" cxnId="{1DF323B6-A52F-48B3-A749-14554089111E}">
      <dgm:prSet/>
      <dgm:spPr/>
      <dgm:t>
        <a:bodyPr/>
        <a:lstStyle/>
        <a:p>
          <a:endParaRPr lang="zh-TW" altLang="en-US" sz="2800"/>
        </a:p>
      </dgm:t>
    </dgm:pt>
    <dgm:pt modelId="{9459613D-7CE4-43F9-A6F0-BDAF9DFAB435}" type="sibTrans" cxnId="{1DF323B6-A52F-48B3-A749-14554089111E}">
      <dgm:prSet/>
      <dgm:spPr/>
      <dgm:t>
        <a:bodyPr/>
        <a:lstStyle/>
        <a:p>
          <a:endParaRPr lang="zh-TW" altLang="en-US" sz="2800"/>
        </a:p>
      </dgm:t>
    </dgm:pt>
    <dgm:pt modelId="{B7982BA1-AF0D-44DF-9F7A-0B52DB48B2BB}">
      <dgm:prSet custT="1"/>
      <dgm:spPr/>
      <dgm:t>
        <a:bodyPr/>
        <a:lstStyle/>
        <a:p>
          <a:r>
            <a:rPr lang="zh-TW" altLang="en-US" sz="1400">
              <a:solidFill>
                <a:srgbClr val="FF0000"/>
              </a:solidFill>
            </a:rPr>
            <a:t>有原始單據的</a:t>
          </a:r>
          <a:r>
            <a:rPr lang="en-US" sz="1400">
              <a:solidFill>
                <a:srgbClr val="FF0000"/>
              </a:solidFill>
            </a:rPr>
            <a:t> </a:t>
          </a:r>
          <a:r>
            <a:rPr lang="zh-TW" altLang="en-US" sz="1400">
              <a:solidFill>
                <a:srgbClr val="FF0000"/>
              </a:solidFill>
            </a:rPr>
            <a:t> 可補報</a:t>
          </a:r>
          <a:endParaRPr lang="en-US" sz="1400">
            <a:solidFill>
              <a:srgbClr val="FF0000"/>
            </a:solidFill>
          </a:endParaRPr>
        </a:p>
      </dgm:t>
    </dgm:pt>
    <dgm:pt modelId="{381BD829-2EF7-46B3-90F6-2073634D7F78}" type="parTrans" cxnId="{B04D9C11-680B-474E-A8C9-6CB01E7D797F}">
      <dgm:prSet/>
      <dgm:spPr/>
      <dgm:t>
        <a:bodyPr/>
        <a:lstStyle/>
        <a:p>
          <a:endParaRPr lang="zh-TW" altLang="en-US" sz="2800"/>
        </a:p>
      </dgm:t>
    </dgm:pt>
    <dgm:pt modelId="{C648DB8F-50EE-4029-A0BB-63F333795989}" type="sibTrans" cxnId="{B04D9C11-680B-474E-A8C9-6CB01E7D797F}">
      <dgm:prSet/>
      <dgm:spPr/>
      <dgm:t>
        <a:bodyPr/>
        <a:lstStyle/>
        <a:p>
          <a:endParaRPr lang="zh-TW" altLang="en-US" sz="2800"/>
        </a:p>
      </dgm:t>
    </dgm:pt>
    <dgm:pt modelId="{9F03305A-A86E-4897-A243-8F233B212D7D}">
      <dgm:prSet custT="1"/>
      <dgm:spPr/>
      <dgm:t>
        <a:bodyPr/>
        <a:lstStyle/>
        <a:p>
          <a:r>
            <a:rPr lang="zh-TW" altLang="en-US" sz="1400">
              <a:solidFill>
                <a:srgbClr val="FF0000"/>
              </a:solidFill>
            </a:rPr>
            <a:t>沒有原始單據的</a:t>
          </a:r>
          <a:endParaRPr lang="en-US" sz="1400">
            <a:solidFill>
              <a:srgbClr val="FF0000"/>
            </a:solidFill>
          </a:endParaRPr>
        </a:p>
      </dgm:t>
    </dgm:pt>
    <dgm:pt modelId="{3D6C9D1A-59FF-4CFB-8789-6A0BFEEDA970}" type="parTrans" cxnId="{1575068D-CD98-446C-95F4-6F798603253D}">
      <dgm:prSet/>
      <dgm:spPr/>
      <dgm:t>
        <a:bodyPr/>
        <a:lstStyle/>
        <a:p>
          <a:endParaRPr lang="zh-TW" altLang="en-US" sz="2800"/>
        </a:p>
      </dgm:t>
    </dgm:pt>
    <dgm:pt modelId="{8E7A2F73-D59B-42E7-BEF2-5610E2EC4E0A}" type="sibTrans" cxnId="{1575068D-CD98-446C-95F4-6F798603253D}">
      <dgm:prSet/>
      <dgm:spPr/>
      <dgm:t>
        <a:bodyPr/>
        <a:lstStyle/>
        <a:p>
          <a:endParaRPr lang="zh-TW" altLang="en-US" sz="2800"/>
        </a:p>
      </dgm:t>
    </dgm:pt>
    <dgm:pt modelId="{D82241C3-FC13-4173-A405-4ACA7004AFFC}">
      <dgm:prSet custT="1"/>
      <dgm:spPr/>
      <dgm:t>
        <a:bodyPr/>
        <a:lstStyle/>
        <a:p>
          <a:r>
            <a:rPr lang="zh-TW" altLang="en-US" sz="1400">
              <a:solidFill>
                <a:srgbClr val="FF0000"/>
              </a:solidFill>
            </a:rPr>
            <a:t>有原始單據但不好補報</a:t>
          </a:r>
          <a:endParaRPr lang="en-US" sz="1400">
            <a:solidFill>
              <a:srgbClr val="FF0000"/>
            </a:solidFill>
          </a:endParaRPr>
        </a:p>
      </dgm:t>
    </dgm:pt>
    <dgm:pt modelId="{D3A02B5C-4E19-47C5-BA56-E10BB1F2C173}" type="parTrans" cxnId="{3295E2C9-0E95-43DC-89DC-16A98CB21A66}">
      <dgm:prSet/>
      <dgm:spPr/>
      <dgm:t>
        <a:bodyPr/>
        <a:lstStyle/>
        <a:p>
          <a:endParaRPr lang="zh-TW" altLang="en-US" sz="2800"/>
        </a:p>
      </dgm:t>
    </dgm:pt>
    <dgm:pt modelId="{B4EBC067-257F-40B5-8775-CC10292069F2}" type="sibTrans" cxnId="{3295E2C9-0E95-43DC-89DC-16A98CB21A66}">
      <dgm:prSet/>
      <dgm:spPr/>
      <dgm:t>
        <a:bodyPr/>
        <a:lstStyle/>
        <a:p>
          <a:endParaRPr lang="zh-TW" altLang="en-US" sz="2800"/>
        </a:p>
      </dgm:t>
    </dgm:pt>
    <dgm:pt modelId="{C740D97B-E904-4F9A-8C10-0B643A4703B4}" type="pres">
      <dgm:prSet presAssocID="{6E526746-704B-466C-964D-8B2E5C00D312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4EB9D8BF-F8CD-4122-A102-8705718CFCBF}" type="pres">
      <dgm:prSet presAssocID="{67F5BB57-9619-4439-8F64-22DDCC2BDCB2}" presName="hierRoot1" presStyleCnt="0">
        <dgm:presLayoutVars>
          <dgm:hierBranch val="init"/>
        </dgm:presLayoutVars>
      </dgm:prSet>
      <dgm:spPr/>
    </dgm:pt>
    <dgm:pt modelId="{CD9B9B25-4C8E-47F4-8189-975901954B98}" type="pres">
      <dgm:prSet presAssocID="{67F5BB57-9619-4439-8F64-22DDCC2BDCB2}" presName="rootComposite1" presStyleCnt="0"/>
      <dgm:spPr/>
    </dgm:pt>
    <dgm:pt modelId="{B4F76DA5-D841-4983-AE73-1A85DA4D9D79}" type="pres">
      <dgm:prSet presAssocID="{67F5BB57-9619-4439-8F64-22DDCC2BDCB2}" presName="rootText1" presStyleLbl="node0" presStyleIdx="0" presStyleCnt="2" custScaleX="192155" custScaleY="99182" custLinFactNeighborX="-82155" custLinFactNeighborY="5087">
        <dgm:presLayoutVars>
          <dgm:chPref val="3"/>
        </dgm:presLayoutVars>
      </dgm:prSet>
      <dgm:spPr/>
    </dgm:pt>
    <dgm:pt modelId="{16F0025A-A6D6-4620-A296-4D048DBDA221}" type="pres">
      <dgm:prSet presAssocID="{67F5BB57-9619-4439-8F64-22DDCC2BDCB2}" presName="rootConnector1" presStyleLbl="node1" presStyleIdx="0" presStyleCnt="0"/>
      <dgm:spPr/>
    </dgm:pt>
    <dgm:pt modelId="{EB715CD5-2C53-4737-BB88-36AFB1EEBBA1}" type="pres">
      <dgm:prSet presAssocID="{67F5BB57-9619-4439-8F64-22DDCC2BDCB2}" presName="hierChild2" presStyleCnt="0"/>
      <dgm:spPr/>
    </dgm:pt>
    <dgm:pt modelId="{3388E48D-4C14-41A2-B745-203B747E5A63}" type="pres">
      <dgm:prSet presAssocID="{1108A770-D140-4073-B180-63992D192F0A}" presName="Name37" presStyleLbl="parChTrans1D2" presStyleIdx="0" presStyleCnt="3"/>
      <dgm:spPr/>
    </dgm:pt>
    <dgm:pt modelId="{DF0AD111-CFF2-4A1F-9CEC-6FC2F94EFB18}" type="pres">
      <dgm:prSet presAssocID="{D252E0FF-9B86-4E34-B454-1A0AE38D1A45}" presName="hierRoot2" presStyleCnt="0">
        <dgm:presLayoutVars>
          <dgm:hierBranch val="init"/>
        </dgm:presLayoutVars>
      </dgm:prSet>
      <dgm:spPr/>
    </dgm:pt>
    <dgm:pt modelId="{637BD4EA-82D1-497F-AB4D-ED36AF9F665D}" type="pres">
      <dgm:prSet presAssocID="{D252E0FF-9B86-4E34-B454-1A0AE38D1A45}" presName="rootComposite" presStyleCnt="0"/>
      <dgm:spPr/>
    </dgm:pt>
    <dgm:pt modelId="{BBF663F7-83F0-4E8A-A71D-036D9EFFC330}" type="pres">
      <dgm:prSet presAssocID="{D252E0FF-9B86-4E34-B454-1A0AE38D1A45}" presName="rootText" presStyleLbl="node2" presStyleIdx="0" presStyleCnt="3" custScaleX="281868">
        <dgm:presLayoutVars>
          <dgm:chPref val="3"/>
        </dgm:presLayoutVars>
      </dgm:prSet>
      <dgm:spPr/>
    </dgm:pt>
    <dgm:pt modelId="{B3786ECA-9711-4347-B81B-B452A23CB4F6}" type="pres">
      <dgm:prSet presAssocID="{D252E0FF-9B86-4E34-B454-1A0AE38D1A45}" presName="rootConnector" presStyleLbl="node2" presStyleIdx="0" presStyleCnt="3"/>
      <dgm:spPr/>
    </dgm:pt>
    <dgm:pt modelId="{9D5F611C-ADEF-4168-9B0D-6A2CCFBBD119}" type="pres">
      <dgm:prSet presAssocID="{D252E0FF-9B86-4E34-B454-1A0AE38D1A45}" presName="hierChild4" presStyleCnt="0"/>
      <dgm:spPr/>
    </dgm:pt>
    <dgm:pt modelId="{DF3F15EC-BB27-40C5-B16A-0AB8631EF4A2}" type="pres">
      <dgm:prSet presAssocID="{41CEA36B-3ED9-47C8-B2FF-9E05E55ABFB6}" presName="Name37" presStyleLbl="parChTrans1D3" presStyleIdx="0" presStyleCnt="7"/>
      <dgm:spPr/>
    </dgm:pt>
    <dgm:pt modelId="{34EA9C91-C029-469D-971B-6021403AB538}" type="pres">
      <dgm:prSet presAssocID="{0725DE1F-9985-447B-A1B5-D7982779FB52}" presName="hierRoot2" presStyleCnt="0">
        <dgm:presLayoutVars>
          <dgm:hierBranch val="init"/>
        </dgm:presLayoutVars>
      </dgm:prSet>
      <dgm:spPr/>
    </dgm:pt>
    <dgm:pt modelId="{E5562EDB-2811-44C1-9042-D5FD60C63A4B}" type="pres">
      <dgm:prSet presAssocID="{0725DE1F-9985-447B-A1B5-D7982779FB52}" presName="rootComposite" presStyleCnt="0"/>
      <dgm:spPr/>
    </dgm:pt>
    <dgm:pt modelId="{9906161C-1358-4F7C-9A96-3E7D800F9324}" type="pres">
      <dgm:prSet presAssocID="{0725DE1F-9985-447B-A1B5-D7982779FB52}" presName="rootText" presStyleLbl="node3" presStyleIdx="0" presStyleCnt="7" custScaleX="198248" custScaleY="102203">
        <dgm:presLayoutVars>
          <dgm:chPref val="3"/>
        </dgm:presLayoutVars>
      </dgm:prSet>
      <dgm:spPr/>
    </dgm:pt>
    <dgm:pt modelId="{2C850872-24A0-4B7A-814A-19B98DD3D0DE}" type="pres">
      <dgm:prSet presAssocID="{0725DE1F-9985-447B-A1B5-D7982779FB52}" presName="rootConnector" presStyleLbl="node3" presStyleIdx="0" presStyleCnt="7"/>
      <dgm:spPr/>
    </dgm:pt>
    <dgm:pt modelId="{969B1611-1093-40CE-90B2-6937EFEE9112}" type="pres">
      <dgm:prSet presAssocID="{0725DE1F-9985-447B-A1B5-D7982779FB52}" presName="hierChild4" presStyleCnt="0"/>
      <dgm:spPr/>
    </dgm:pt>
    <dgm:pt modelId="{32024CE3-ABCD-4BF6-B846-B8F244C05AD5}" type="pres">
      <dgm:prSet presAssocID="{0725DE1F-9985-447B-A1B5-D7982779FB52}" presName="hierChild5" presStyleCnt="0"/>
      <dgm:spPr/>
    </dgm:pt>
    <dgm:pt modelId="{34F00797-87B3-4A05-A003-924F8538BB46}" type="pres">
      <dgm:prSet presAssocID="{2BE70571-C755-44F2-81DC-25032AECD784}" presName="Name37" presStyleLbl="parChTrans1D3" presStyleIdx="1" presStyleCnt="7"/>
      <dgm:spPr/>
    </dgm:pt>
    <dgm:pt modelId="{CB26972D-860F-4256-B23E-56099881739F}" type="pres">
      <dgm:prSet presAssocID="{C8BE187F-D5B9-4660-A336-21ABAC775AE6}" presName="hierRoot2" presStyleCnt="0">
        <dgm:presLayoutVars>
          <dgm:hierBranch val="init"/>
        </dgm:presLayoutVars>
      </dgm:prSet>
      <dgm:spPr/>
    </dgm:pt>
    <dgm:pt modelId="{425C4F1F-E65E-47D0-AF86-188DFC9DAE2A}" type="pres">
      <dgm:prSet presAssocID="{C8BE187F-D5B9-4660-A336-21ABAC775AE6}" presName="rootComposite" presStyleCnt="0"/>
      <dgm:spPr/>
    </dgm:pt>
    <dgm:pt modelId="{841D6C21-E0A8-4641-AC17-5CBF628542CC}" type="pres">
      <dgm:prSet presAssocID="{C8BE187F-D5B9-4660-A336-21ABAC775AE6}" presName="rootText" presStyleLbl="node3" presStyleIdx="1" presStyleCnt="7" custScaleX="197473" custScaleY="97614">
        <dgm:presLayoutVars>
          <dgm:chPref val="3"/>
        </dgm:presLayoutVars>
      </dgm:prSet>
      <dgm:spPr/>
    </dgm:pt>
    <dgm:pt modelId="{2C1FCAEA-C538-41AF-96C7-1AEF65FC98A4}" type="pres">
      <dgm:prSet presAssocID="{C8BE187F-D5B9-4660-A336-21ABAC775AE6}" presName="rootConnector" presStyleLbl="node3" presStyleIdx="1" presStyleCnt="7"/>
      <dgm:spPr/>
    </dgm:pt>
    <dgm:pt modelId="{F4B12C4F-1409-479C-96B2-5362B4BEE005}" type="pres">
      <dgm:prSet presAssocID="{C8BE187F-D5B9-4660-A336-21ABAC775AE6}" presName="hierChild4" presStyleCnt="0"/>
      <dgm:spPr/>
    </dgm:pt>
    <dgm:pt modelId="{E9995FFC-D061-4E8F-8BE6-AD29D79F969B}" type="pres">
      <dgm:prSet presAssocID="{C8BE187F-D5B9-4660-A336-21ABAC775AE6}" presName="hierChild5" presStyleCnt="0"/>
      <dgm:spPr/>
    </dgm:pt>
    <dgm:pt modelId="{D93D76CC-5650-4E05-932A-71E039E7554F}" type="pres">
      <dgm:prSet presAssocID="{D252E0FF-9B86-4E34-B454-1A0AE38D1A45}" presName="hierChild5" presStyleCnt="0"/>
      <dgm:spPr/>
    </dgm:pt>
    <dgm:pt modelId="{C8DE4B61-788C-462E-ABE3-BA088EF84B91}" type="pres">
      <dgm:prSet presAssocID="{67F5BB57-9619-4439-8F64-22DDCC2BDCB2}" presName="hierChild3" presStyleCnt="0"/>
      <dgm:spPr/>
    </dgm:pt>
    <dgm:pt modelId="{49116560-92D5-4D38-A299-6D62A633B8BF}" type="pres">
      <dgm:prSet presAssocID="{6E99248A-78C7-433B-A467-215FD73704AE}" presName="hierRoot1" presStyleCnt="0">
        <dgm:presLayoutVars>
          <dgm:hierBranch val="init"/>
        </dgm:presLayoutVars>
      </dgm:prSet>
      <dgm:spPr/>
    </dgm:pt>
    <dgm:pt modelId="{D2056AC8-3CA7-4C10-AF85-FB26E23F1D5D}" type="pres">
      <dgm:prSet presAssocID="{6E99248A-78C7-433B-A467-215FD73704AE}" presName="rootComposite1" presStyleCnt="0"/>
      <dgm:spPr/>
    </dgm:pt>
    <dgm:pt modelId="{4AA8C635-CD45-4AF7-ACFA-6574376F56A2}" type="pres">
      <dgm:prSet presAssocID="{6E99248A-78C7-433B-A467-215FD73704AE}" presName="rootText1" presStyleLbl="node0" presStyleIdx="1" presStyleCnt="2" custScaleY="103179">
        <dgm:presLayoutVars>
          <dgm:chPref val="3"/>
        </dgm:presLayoutVars>
      </dgm:prSet>
      <dgm:spPr/>
    </dgm:pt>
    <dgm:pt modelId="{C0E1392C-13EB-4372-B2CF-0D2FF9BA094F}" type="pres">
      <dgm:prSet presAssocID="{6E99248A-78C7-433B-A467-215FD73704AE}" presName="rootConnector1" presStyleLbl="node1" presStyleIdx="0" presStyleCnt="0"/>
      <dgm:spPr/>
    </dgm:pt>
    <dgm:pt modelId="{B0BBCD2D-4B12-457B-89AA-B82732C3E452}" type="pres">
      <dgm:prSet presAssocID="{6E99248A-78C7-433B-A467-215FD73704AE}" presName="hierChild2" presStyleCnt="0"/>
      <dgm:spPr/>
    </dgm:pt>
    <dgm:pt modelId="{00CA958B-9ADB-409B-9B5A-5C3735C05C55}" type="pres">
      <dgm:prSet presAssocID="{E43B8C66-90BA-4D7A-AC3D-EBD6FF37E14B}" presName="Name37" presStyleLbl="parChTrans1D2" presStyleIdx="1" presStyleCnt="3"/>
      <dgm:spPr/>
    </dgm:pt>
    <dgm:pt modelId="{21A433BC-9ACE-41D6-9E81-A417CCE12DE1}" type="pres">
      <dgm:prSet presAssocID="{F6D2E1BA-A9B2-4EBB-AC22-1116128B29FB}" presName="hierRoot2" presStyleCnt="0">
        <dgm:presLayoutVars>
          <dgm:hierBranch val="init"/>
        </dgm:presLayoutVars>
      </dgm:prSet>
      <dgm:spPr/>
    </dgm:pt>
    <dgm:pt modelId="{C60F707C-54CC-4444-8D1D-7AB098FC057C}" type="pres">
      <dgm:prSet presAssocID="{F6D2E1BA-A9B2-4EBB-AC22-1116128B29FB}" presName="rootComposite" presStyleCnt="0"/>
      <dgm:spPr/>
    </dgm:pt>
    <dgm:pt modelId="{EFBD9F51-14F0-4617-AB0F-068373858F81}" type="pres">
      <dgm:prSet presAssocID="{F6D2E1BA-A9B2-4EBB-AC22-1116128B29FB}" presName="rootText" presStyleLbl="node2" presStyleIdx="1" presStyleCnt="3" custScaleX="117112">
        <dgm:presLayoutVars>
          <dgm:chPref val="3"/>
        </dgm:presLayoutVars>
      </dgm:prSet>
      <dgm:spPr/>
    </dgm:pt>
    <dgm:pt modelId="{CAA59844-40A0-4FCF-BF77-F8D27C85FB9A}" type="pres">
      <dgm:prSet presAssocID="{F6D2E1BA-A9B2-4EBB-AC22-1116128B29FB}" presName="rootConnector" presStyleLbl="node2" presStyleIdx="1" presStyleCnt="3"/>
      <dgm:spPr/>
    </dgm:pt>
    <dgm:pt modelId="{28FA9665-7F4F-4C71-B339-FAC8893C6AD2}" type="pres">
      <dgm:prSet presAssocID="{F6D2E1BA-A9B2-4EBB-AC22-1116128B29FB}" presName="hierChild4" presStyleCnt="0"/>
      <dgm:spPr/>
    </dgm:pt>
    <dgm:pt modelId="{A0BB2DCC-CBDB-496F-AE4D-63CF28A19F90}" type="pres">
      <dgm:prSet presAssocID="{775C1D17-A35F-42E2-ABF7-BC24817172FD}" presName="Name37" presStyleLbl="parChTrans1D3" presStyleIdx="2" presStyleCnt="7"/>
      <dgm:spPr/>
    </dgm:pt>
    <dgm:pt modelId="{1D8CB7DD-AF3D-45CC-A22D-2A73E77BD490}" type="pres">
      <dgm:prSet presAssocID="{3C022592-DC3C-4129-85AD-8F53211661A1}" presName="hierRoot2" presStyleCnt="0">
        <dgm:presLayoutVars>
          <dgm:hierBranch val="init"/>
        </dgm:presLayoutVars>
      </dgm:prSet>
      <dgm:spPr/>
    </dgm:pt>
    <dgm:pt modelId="{727B72CD-1339-4070-9214-80809C21B663}" type="pres">
      <dgm:prSet presAssocID="{3C022592-DC3C-4129-85AD-8F53211661A1}" presName="rootComposite" presStyleCnt="0"/>
      <dgm:spPr/>
    </dgm:pt>
    <dgm:pt modelId="{380CE11F-4A6C-4B62-9EB9-C775D4A3BF3A}" type="pres">
      <dgm:prSet presAssocID="{3C022592-DC3C-4129-85AD-8F53211661A1}" presName="rootText" presStyleLbl="node3" presStyleIdx="2" presStyleCnt="7" custScaleX="182110">
        <dgm:presLayoutVars>
          <dgm:chPref val="3"/>
        </dgm:presLayoutVars>
      </dgm:prSet>
      <dgm:spPr/>
    </dgm:pt>
    <dgm:pt modelId="{8C1FDB53-E993-456E-96E8-2ACE4E55C9C9}" type="pres">
      <dgm:prSet presAssocID="{3C022592-DC3C-4129-85AD-8F53211661A1}" presName="rootConnector" presStyleLbl="node3" presStyleIdx="2" presStyleCnt="7"/>
      <dgm:spPr/>
    </dgm:pt>
    <dgm:pt modelId="{546C3D66-51DE-40C8-94AE-084CB21C7508}" type="pres">
      <dgm:prSet presAssocID="{3C022592-DC3C-4129-85AD-8F53211661A1}" presName="hierChild4" presStyleCnt="0"/>
      <dgm:spPr/>
    </dgm:pt>
    <dgm:pt modelId="{9D1F98C5-3FE1-4944-97C6-156AB0F45107}" type="pres">
      <dgm:prSet presAssocID="{3C022592-DC3C-4129-85AD-8F53211661A1}" presName="hierChild5" presStyleCnt="0"/>
      <dgm:spPr/>
    </dgm:pt>
    <dgm:pt modelId="{A255EEE8-5D32-430D-9864-2919859FEDE3}" type="pres">
      <dgm:prSet presAssocID="{93AC5655-82EE-4A6C-A4A6-02E19083C745}" presName="Name37" presStyleLbl="parChTrans1D3" presStyleIdx="3" presStyleCnt="7"/>
      <dgm:spPr/>
    </dgm:pt>
    <dgm:pt modelId="{66293E1D-41C0-496F-81BA-5BB5F0D16F17}" type="pres">
      <dgm:prSet presAssocID="{1E9F68C0-CDAF-42B5-BD5A-D77E431E1FF4}" presName="hierRoot2" presStyleCnt="0">
        <dgm:presLayoutVars>
          <dgm:hierBranch val="init"/>
        </dgm:presLayoutVars>
      </dgm:prSet>
      <dgm:spPr/>
    </dgm:pt>
    <dgm:pt modelId="{D5346C68-3049-486B-ABD0-1834229DB870}" type="pres">
      <dgm:prSet presAssocID="{1E9F68C0-CDAF-42B5-BD5A-D77E431E1FF4}" presName="rootComposite" presStyleCnt="0"/>
      <dgm:spPr/>
    </dgm:pt>
    <dgm:pt modelId="{4AC2665D-827D-48B8-AF03-A719D5D17F41}" type="pres">
      <dgm:prSet presAssocID="{1E9F68C0-CDAF-42B5-BD5A-D77E431E1FF4}" presName="rootText" presStyleLbl="node3" presStyleIdx="3" presStyleCnt="7" custScaleX="183715">
        <dgm:presLayoutVars>
          <dgm:chPref val="3"/>
        </dgm:presLayoutVars>
      </dgm:prSet>
      <dgm:spPr/>
    </dgm:pt>
    <dgm:pt modelId="{E99AC510-D87A-4658-931F-FC501E9CF860}" type="pres">
      <dgm:prSet presAssocID="{1E9F68C0-CDAF-42B5-BD5A-D77E431E1FF4}" presName="rootConnector" presStyleLbl="node3" presStyleIdx="3" presStyleCnt="7"/>
      <dgm:spPr/>
    </dgm:pt>
    <dgm:pt modelId="{6C53F4F4-325F-433D-8F02-EF98B020BF23}" type="pres">
      <dgm:prSet presAssocID="{1E9F68C0-CDAF-42B5-BD5A-D77E431E1FF4}" presName="hierChild4" presStyleCnt="0"/>
      <dgm:spPr/>
    </dgm:pt>
    <dgm:pt modelId="{1E5D4C4A-5298-4447-8B8E-09A238BA03A1}" type="pres">
      <dgm:prSet presAssocID="{1E9F68C0-CDAF-42B5-BD5A-D77E431E1FF4}" presName="hierChild5" presStyleCnt="0"/>
      <dgm:spPr/>
    </dgm:pt>
    <dgm:pt modelId="{9345DE9E-EEB3-469A-9683-74338B6CBA2B}" type="pres">
      <dgm:prSet presAssocID="{F6D2E1BA-A9B2-4EBB-AC22-1116128B29FB}" presName="hierChild5" presStyleCnt="0"/>
      <dgm:spPr/>
    </dgm:pt>
    <dgm:pt modelId="{04E8A2B8-53EE-4F54-AE79-1A406A6DBBD9}" type="pres">
      <dgm:prSet presAssocID="{E381D897-429D-41A6-9B4F-1010F04CBA9B}" presName="Name37" presStyleLbl="parChTrans1D2" presStyleIdx="2" presStyleCnt="3"/>
      <dgm:spPr/>
    </dgm:pt>
    <dgm:pt modelId="{3EB5B357-377F-4470-BA5C-829610134EAE}" type="pres">
      <dgm:prSet presAssocID="{EB3E7679-2014-44DA-BA46-11AF06614574}" presName="hierRoot2" presStyleCnt="0">
        <dgm:presLayoutVars>
          <dgm:hierBranch val="init"/>
        </dgm:presLayoutVars>
      </dgm:prSet>
      <dgm:spPr/>
    </dgm:pt>
    <dgm:pt modelId="{FF88393D-F776-48E5-83F7-B4BE85A630A7}" type="pres">
      <dgm:prSet presAssocID="{EB3E7679-2014-44DA-BA46-11AF06614574}" presName="rootComposite" presStyleCnt="0"/>
      <dgm:spPr/>
    </dgm:pt>
    <dgm:pt modelId="{A130C9EF-C0DD-4BF0-9C2F-DC83C23362FD}" type="pres">
      <dgm:prSet presAssocID="{EB3E7679-2014-44DA-BA46-11AF06614574}" presName="rootText" presStyleLbl="node2" presStyleIdx="2" presStyleCnt="3" custScaleX="120187">
        <dgm:presLayoutVars>
          <dgm:chPref val="3"/>
        </dgm:presLayoutVars>
      </dgm:prSet>
      <dgm:spPr/>
    </dgm:pt>
    <dgm:pt modelId="{EFE4C1B4-7A67-4FFE-B4B9-A1EF5F0E57CE}" type="pres">
      <dgm:prSet presAssocID="{EB3E7679-2014-44DA-BA46-11AF06614574}" presName="rootConnector" presStyleLbl="node2" presStyleIdx="2" presStyleCnt="3"/>
      <dgm:spPr/>
    </dgm:pt>
    <dgm:pt modelId="{5C656AB9-DDF4-4EDF-844D-31ABE6A05CE5}" type="pres">
      <dgm:prSet presAssocID="{EB3E7679-2014-44DA-BA46-11AF06614574}" presName="hierChild4" presStyleCnt="0"/>
      <dgm:spPr/>
    </dgm:pt>
    <dgm:pt modelId="{A3909BE2-1DC5-4CC5-B410-6279435D652B}" type="pres">
      <dgm:prSet presAssocID="{381BD829-2EF7-46B3-90F6-2073634D7F78}" presName="Name37" presStyleLbl="parChTrans1D3" presStyleIdx="4" presStyleCnt="7"/>
      <dgm:spPr/>
    </dgm:pt>
    <dgm:pt modelId="{3D6471D9-269A-4AC4-ABB7-22823AC3C60C}" type="pres">
      <dgm:prSet presAssocID="{B7982BA1-AF0D-44DF-9F7A-0B52DB48B2BB}" presName="hierRoot2" presStyleCnt="0">
        <dgm:presLayoutVars>
          <dgm:hierBranch val="init"/>
        </dgm:presLayoutVars>
      </dgm:prSet>
      <dgm:spPr/>
    </dgm:pt>
    <dgm:pt modelId="{B4ED5D69-75CA-48F4-95B0-349E9A5DBEB7}" type="pres">
      <dgm:prSet presAssocID="{B7982BA1-AF0D-44DF-9F7A-0B52DB48B2BB}" presName="rootComposite" presStyleCnt="0"/>
      <dgm:spPr/>
    </dgm:pt>
    <dgm:pt modelId="{AEB774EE-5900-4B7E-BB5C-4B48A266F20F}" type="pres">
      <dgm:prSet presAssocID="{B7982BA1-AF0D-44DF-9F7A-0B52DB48B2BB}" presName="rootText" presStyleLbl="node3" presStyleIdx="4" presStyleCnt="7" custScaleX="166077">
        <dgm:presLayoutVars>
          <dgm:chPref val="3"/>
        </dgm:presLayoutVars>
      </dgm:prSet>
      <dgm:spPr/>
    </dgm:pt>
    <dgm:pt modelId="{1CA40B75-E71F-4FAD-BD4E-91F17CF7C288}" type="pres">
      <dgm:prSet presAssocID="{B7982BA1-AF0D-44DF-9F7A-0B52DB48B2BB}" presName="rootConnector" presStyleLbl="node3" presStyleIdx="4" presStyleCnt="7"/>
      <dgm:spPr/>
    </dgm:pt>
    <dgm:pt modelId="{A730EBD2-3B54-45BA-BBD5-3DAB3A6D1702}" type="pres">
      <dgm:prSet presAssocID="{B7982BA1-AF0D-44DF-9F7A-0B52DB48B2BB}" presName="hierChild4" presStyleCnt="0"/>
      <dgm:spPr/>
    </dgm:pt>
    <dgm:pt modelId="{DA8A911E-CD34-4844-AF00-BC15A928BD96}" type="pres">
      <dgm:prSet presAssocID="{B7982BA1-AF0D-44DF-9F7A-0B52DB48B2BB}" presName="hierChild5" presStyleCnt="0"/>
      <dgm:spPr/>
    </dgm:pt>
    <dgm:pt modelId="{46E2F4E2-B374-46DF-A3C8-C494A7663A55}" type="pres">
      <dgm:prSet presAssocID="{D3A02B5C-4E19-47C5-BA56-E10BB1F2C173}" presName="Name37" presStyleLbl="parChTrans1D3" presStyleIdx="5" presStyleCnt="7"/>
      <dgm:spPr/>
    </dgm:pt>
    <dgm:pt modelId="{222EBF90-1E7E-4668-A3CE-AE11EEB5B131}" type="pres">
      <dgm:prSet presAssocID="{D82241C3-FC13-4173-A405-4ACA7004AFFC}" presName="hierRoot2" presStyleCnt="0">
        <dgm:presLayoutVars>
          <dgm:hierBranch val="init"/>
        </dgm:presLayoutVars>
      </dgm:prSet>
      <dgm:spPr/>
    </dgm:pt>
    <dgm:pt modelId="{10840C38-2528-486B-8024-33D98F47CA6D}" type="pres">
      <dgm:prSet presAssocID="{D82241C3-FC13-4173-A405-4ACA7004AFFC}" presName="rootComposite" presStyleCnt="0"/>
      <dgm:spPr/>
    </dgm:pt>
    <dgm:pt modelId="{3352465E-C0C2-4949-A788-82C46C59ECFB}" type="pres">
      <dgm:prSet presAssocID="{D82241C3-FC13-4173-A405-4ACA7004AFFC}" presName="rootText" presStyleLbl="node3" presStyleIdx="5" presStyleCnt="7" custScaleX="166413">
        <dgm:presLayoutVars>
          <dgm:chPref val="3"/>
        </dgm:presLayoutVars>
      </dgm:prSet>
      <dgm:spPr/>
    </dgm:pt>
    <dgm:pt modelId="{299BF7B7-7328-4EE2-80FB-9052F94418EA}" type="pres">
      <dgm:prSet presAssocID="{D82241C3-FC13-4173-A405-4ACA7004AFFC}" presName="rootConnector" presStyleLbl="node3" presStyleIdx="5" presStyleCnt="7"/>
      <dgm:spPr/>
    </dgm:pt>
    <dgm:pt modelId="{764CB994-07A8-4BA8-92C1-C65EA13C2AFC}" type="pres">
      <dgm:prSet presAssocID="{D82241C3-FC13-4173-A405-4ACA7004AFFC}" presName="hierChild4" presStyleCnt="0"/>
      <dgm:spPr/>
    </dgm:pt>
    <dgm:pt modelId="{ED7AB50D-D595-4A83-92AE-44D8E0F88FC3}" type="pres">
      <dgm:prSet presAssocID="{D82241C3-FC13-4173-A405-4ACA7004AFFC}" presName="hierChild5" presStyleCnt="0"/>
      <dgm:spPr/>
    </dgm:pt>
    <dgm:pt modelId="{2F7494E4-15A9-407F-9D21-53DA9A3F065C}" type="pres">
      <dgm:prSet presAssocID="{3D6C9D1A-59FF-4CFB-8789-6A0BFEEDA970}" presName="Name37" presStyleLbl="parChTrans1D3" presStyleIdx="6" presStyleCnt="7"/>
      <dgm:spPr/>
    </dgm:pt>
    <dgm:pt modelId="{28ACFAB2-FC5B-4E73-AEBE-2030BBB36D92}" type="pres">
      <dgm:prSet presAssocID="{9F03305A-A86E-4897-A243-8F233B212D7D}" presName="hierRoot2" presStyleCnt="0">
        <dgm:presLayoutVars>
          <dgm:hierBranch val="init"/>
        </dgm:presLayoutVars>
      </dgm:prSet>
      <dgm:spPr/>
    </dgm:pt>
    <dgm:pt modelId="{3F5DACED-7980-432F-AD8D-515583DAA215}" type="pres">
      <dgm:prSet presAssocID="{9F03305A-A86E-4897-A243-8F233B212D7D}" presName="rootComposite" presStyleCnt="0"/>
      <dgm:spPr/>
    </dgm:pt>
    <dgm:pt modelId="{0BEFACCD-BE65-4006-AC59-8E87E83A4DB8}" type="pres">
      <dgm:prSet presAssocID="{9F03305A-A86E-4897-A243-8F233B212D7D}" presName="rootText" presStyleLbl="node3" presStyleIdx="6" presStyleCnt="7" custScaleX="164808">
        <dgm:presLayoutVars>
          <dgm:chPref val="3"/>
        </dgm:presLayoutVars>
      </dgm:prSet>
      <dgm:spPr/>
    </dgm:pt>
    <dgm:pt modelId="{1FC178BC-A340-4A58-94F3-80110FE165BA}" type="pres">
      <dgm:prSet presAssocID="{9F03305A-A86E-4897-A243-8F233B212D7D}" presName="rootConnector" presStyleLbl="node3" presStyleIdx="6" presStyleCnt="7"/>
      <dgm:spPr/>
    </dgm:pt>
    <dgm:pt modelId="{A2FCF132-FCAD-4E8F-9AC1-522EB8379AFF}" type="pres">
      <dgm:prSet presAssocID="{9F03305A-A86E-4897-A243-8F233B212D7D}" presName="hierChild4" presStyleCnt="0"/>
      <dgm:spPr/>
    </dgm:pt>
    <dgm:pt modelId="{6FAD377C-946E-4813-AA11-81CBE3654049}" type="pres">
      <dgm:prSet presAssocID="{9F03305A-A86E-4897-A243-8F233B212D7D}" presName="hierChild5" presStyleCnt="0"/>
      <dgm:spPr/>
    </dgm:pt>
    <dgm:pt modelId="{4324F988-0802-4C67-9960-2CA11C24F927}" type="pres">
      <dgm:prSet presAssocID="{EB3E7679-2014-44DA-BA46-11AF06614574}" presName="hierChild5" presStyleCnt="0"/>
      <dgm:spPr/>
    </dgm:pt>
    <dgm:pt modelId="{BC83C1BD-53EE-4685-8E49-A1688DDA76C7}" type="pres">
      <dgm:prSet presAssocID="{6E99248A-78C7-433B-A467-215FD73704AE}" presName="hierChild3" presStyleCnt="0"/>
      <dgm:spPr/>
    </dgm:pt>
  </dgm:ptLst>
  <dgm:cxnLst>
    <dgm:cxn modelId="{8353D205-454C-48C6-B0A2-D05802FC661E}" type="presOf" srcId="{D252E0FF-9B86-4E34-B454-1A0AE38D1A45}" destId="{BBF663F7-83F0-4E8A-A71D-036D9EFFC330}" srcOrd="0" destOrd="0" presId="urn:microsoft.com/office/officeart/2005/8/layout/orgChart1"/>
    <dgm:cxn modelId="{05CBD309-D5D3-41ED-9991-6C8BD38F7AFD}" type="presOf" srcId="{6E99248A-78C7-433B-A467-215FD73704AE}" destId="{4AA8C635-CD45-4AF7-ACFA-6574376F56A2}" srcOrd="0" destOrd="0" presId="urn:microsoft.com/office/officeart/2005/8/layout/orgChart1"/>
    <dgm:cxn modelId="{F16C170F-7AD5-454C-9F01-DEB14B4EF33B}" type="presOf" srcId="{E381D897-429D-41A6-9B4F-1010F04CBA9B}" destId="{04E8A2B8-53EE-4F54-AE79-1A406A6DBBD9}" srcOrd="0" destOrd="0" presId="urn:microsoft.com/office/officeart/2005/8/layout/orgChart1"/>
    <dgm:cxn modelId="{B04D9C11-680B-474E-A8C9-6CB01E7D797F}" srcId="{EB3E7679-2014-44DA-BA46-11AF06614574}" destId="{B7982BA1-AF0D-44DF-9F7A-0B52DB48B2BB}" srcOrd="0" destOrd="0" parTransId="{381BD829-2EF7-46B3-90F6-2073634D7F78}" sibTransId="{C648DB8F-50EE-4029-A0BB-63F333795989}"/>
    <dgm:cxn modelId="{47F03214-60A6-4025-A905-9CA125CA41DD}" srcId="{6E526746-704B-466C-964D-8B2E5C00D312}" destId="{6E99248A-78C7-433B-A467-215FD73704AE}" srcOrd="1" destOrd="0" parTransId="{1B615A44-7837-4945-8355-386A18C7C428}" sibTransId="{92425215-7CCB-4C5F-AB05-EC28BB8E2C4B}"/>
    <dgm:cxn modelId="{3A89ED22-7906-44EB-A298-0E1BEC061236}" srcId="{F6D2E1BA-A9B2-4EBB-AC22-1116128B29FB}" destId="{3C022592-DC3C-4129-85AD-8F53211661A1}" srcOrd="0" destOrd="0" parTransId="{775C1D17-A35F-42E2-ABF7-BC24817172FD}" sibTransId="{38CD380F-7AEC-4C55-9294-B6C6C455CBE2}"/>
    <dgm:cxn modelId="{336B6926-8540-478C-8E09-013A5DFA3FD9}" type="presOf" srcId="{1E9F68C0-CDAF-42B5-BD5A-D77E431E1FF4}" destId="{4AC2665D-827D-48B8-AF03-A719D5D17F41}" srcOrd="0" destOrd="0" presId="urn:microsoft.com/office/officeart/2005/8/layout/orgChart1"/>
    <dgm:cxn modelId="{3D662328-BC84-4969-972B-929B051BD5C9}" type="presOf" srcId="{B7982BA1-AF0D-44DF-9F7A-0B52DB48B2BB}" destId="{AEB774EE-5900-4B7E-BB5C-4B48A266F20F}" srcOrd="0" destOrd="0" presId="urn:microsoft.com/office/officeart/2005/8/layout/orgChart1"/>
    <dgm:cxn modelId="{8D040932-6933-415D-BC28-4CA5F5B663EB}" type="presOf" srcId="{3D6C9D1A-59FF-4CFB-8789-6A0BFEEDA970}" destId="{2F7494E4-15A9-407F-9D21-53DA9A3F065C}" srcOrd="0" destOrd="0" presId="urn:microsoft.com/office/officeart/2005/8/layout/orgChart1"/>
    <dgm:cxn modelId="{F588413E-06E3-4D2D-9679-529334B92213}" type="presOf" srcId="{67F5BB57-9619-4439-8F64-22DDCC2BDCB2}" destId="{16F0025A-A6D6-4620-A296-4D048DBDA221}" srcOrd="1" destOrd="0" presId="urn:microsoft.com/office/officeart/2005/8/layout/orgChart1"/>
    <dgm:cxn modelId="{C9E7115E-BB2E-4B8F-AB9A-CC4E1A64F104}" type="presOf" srcId="{B7982BA1-AF0D-44DF-9F7A-0B52DB48B2BB}" destId="{1CA40B75-E71F-4FAD-BD4E-91F17CF7C288}" srcOrd="1" destOrd="0" presId="urn:microsoft.com/office/officeart/2005/8/layout/orgChart1"/>
    <dgm:cxn modelId="{6E35DF62-EF55-43EC-9A79-A9C942F68D26}" type="presOf" srcId="{9F03305A-A86E-4897-A243-8F233B212D7D}" destId="{1FC178BC-A340-4A58-94F3-80110FE165BA}" srcOrd="1" destOrd="0" presId="urn:microsoft.com/office/officeart/2005/8/layout/orgChart1"/>
    <dgm:cxn modelId="{EDE0D463-5097-495B-BA00-CFDFDAB18B2B}" type="presOf" srcId="{1E9F68C0-CDAF-42B5-BD5A-D77E431E1FF4}" destId="{E99AC510-D87A-4658-931F-FC501E9CF860}" srcOrd="1" destOrd="0" presId="urn:microsoft.com/office/officeart/2005/8/layout/orgChart1"/>
    <dgm:cxn modelId="{5B6CA94A-8C79-41CF-BEC7-8ED8E6FA2358}" type="presOf" srcId="{D3A02B5C-4E19-47C5-BA56-E10BB1F2C173}" destId="{46E2F4E2-B374-46DF-A3C8-C494A7663A55}" srcOrd="0" destOrd="0" presId="urn:microsoft.com/office/officeart/2005/8/layout/orgChart1"/>
    <dgm:cxn modelId="{4648DE6A-4203-48D4-80D0-EC113CD5A017}" type="presOf" srcId="{EB3E7679-2014-44DA-BA46-11AF06614574}" destId="{EFE4C1B4-7A67-4FFE-B4B9-A1EF5F0E57CE}" srcOrd="1" destOrd="0" presId="urn:microsoft.com/office/officeart/2005/8/layout/orgChart1"/>
    <dgm:cxn modelId="{F26D514C-3F96-4EA9-8275-70528D079DD2}" type="presOf" srcId="{F6D2E1BA-A9B2-4EBB-AC22-1116128B29FB}" destId="{EFBD9F51-14F0-4617-AB0F-068373858F81}" srcOrd="0" destOrd="0" presId="urn:microsoft.com/office/officeart/2005/8/layout/orgChart1"/>
    <dgm:cxn modelId="{A20A274E-4C9F-49A1-B3F9-FC59753A18AE}" type="presOf" srcId="{0725DE1F-9985-447B-A1B5-D7982779FB52}" destId="{9906161C-1358-4F7C-9A96-3E7D800F9324}" srcOrd="0" destOrd="0" presId="urn:microsoft.com/office/officeart/2005/8/layout/orgChart1"/>
    <dgm:cxn modelId="{7A81BE56-D727-4A1A-AF87-A2C6065019EF}" type="presOf" srcId="{93AC5655-82EE-4A6C-A4A6-02E19083C745}" destId="{A255EEE8-5D32-430D-9864-2919859FEDE3}" srcOrd="0" destOrd="0" presId="urn:microsoft.com/office/officeart/2005/8/layout/orgChart1"/>
    <dgm:cxn modelId="{02DC5C78-F67D-4BEE-B5CC-C70E19615DA8}" srcId="{D252E0FF-9B86-4E34-B454-1A0AE38D1A45}" destId="{C8BE187F-D5B9-4660-A336-21ABAC775AE6}" srcOrd="1" destOrd="0" parTransId="{2BE70571-C755-44F2-81DC-25032AECD784}" sibTransId="{E5AB2559-9919-48D4-996F-E0D5A97E29DC}"/>
    <dgm:cxn modelId="{35C14F7D-415F-45A6-A410-BD2A2BA71995}" srcId="{6E526746-704B-466C-964D-8B2E5C00D312}" destId="{67F5BB57-9619-4439-8F64-22DDCC2BDCB2}" srcOrd="0" destOrd="0" parTransId="{8E0338DD-DEAE-44BB-BDF8-2447972699BA}" sibTransId="{847ACB2C-EC82-41CE-B5D2-FB35A144EF1C}"/>
    <dgm:cxn modelId="{0A19F383-8B65-438B-9F6B-B26E0E5DCA38}" type="presOf" srcId="{6E99248A-78C7-433B-A467-215FD73704AE}" destId="{C0E1392C-13EB-4372-B2CF-0D2FF9BA094F}" srcOrd="1" destOrd="0" presId="urn:microsoft.com/office/officeart/2005/8/layout/orgChart1"/>
    <dgm:cxn modelId="{2032F584-FFEA-4965-AA39-38295CB8D532}" type="presOf" srcId="{6E526746-704B-466C-964D-8B2E5C00D312}" destId="{C740D97B-E904-4F9A-8C10-0B643A4703B4}" srcOrd="0" destOrd="0" presId="urn:microsoft.com/office/officeart/2005/8/layout/orgChart1"/>
    <dgm:cxn modelId="{34180F87-6D24-4000-8709-F7DD61556916}" srcId="{D252E0FF-9B86-4E34-B454-1A0AE38D1A45}" destId="{0725DE1F-9985-447B-A1B5-D7982779FB52}" srcOrd="0" destOrd="0" parTransId="{41CEA36B-3ED9-47C8-B2FF-9E05E55ABFB6}" sibTransId="{9E7BF7F3-49E1-4381-9702-29154FA40CC0}"/>
    <dgm:cxn modelId="{B830D88C-E03E-41E5-94EB-0A4322B99D1F}" type="presOf" srcId="{67F5BB57-9619-4439-8F64-22DDCC2BDCB2}" destId="{B4F76DA5-D841-4983-AE73-1A85DA4D9D79}" srcOrd="0" destOrd="0" presId="urn:microsoft.com/office/officeart/2005/8/layout/orgChart1"/>
    <dgm:cxn modelId="{1575068D-CD98-446C-95F4-6F798603253D}" srcId="{EB3E7679-2014-44DA-BA46-11AF06614574}" destId="{9F03305A-A86E-4897-A243-8F233B212D7D}" srcOrd="2" destOrd="0" parTransId="{3D6C9D1A-59FF-4CFB-8789-6A0BFEEDA970}" sibTransId="{8E7A2F73-D59B-42E7-BEF2-5610E2EC4E0A}"/>
    <dgm:cxn modelId="{A3A1E58D-6A35-4484-A497-E1D6CC81441C}" type="presOf" srcId="{9F03305A-A86E-4897-A243-8F233B212D7D}" destId="{0BEFACCD-BE65-4006-AC59-8E87E83A4DB8}" srcOrd="0" destOrd="0" presId="urn:microsoft.com/office/officeart/2005/8/layout/orgChart1"/>
    <dgm:cxn modelId="{8F2C4E99-B3B4-4070-9A5D-68F864605C7A}" type="presOf" srcId="{381BD829-2EF7-46B3-90F6-2073634D7F78}" destId="{A3909BE2-1DC5-4CC5-B410-6279435D652B}" srcOrd="0" destOrd="0" presId="urn:microsoft.com/office/officeart/2005/8/layout/orgChart1"/>
    <dgm:cxn modelId="{69BD03A2-8ED5-4412-8841-329C2282C18F}" type="presOf" srcId="{775C1D17-A35F-42E2-ABF7-BC24817172FD}" destId="{A0BB2DCC-CBDB-496F-AE4D-63CF28A19F90}" srcOrd="0" destOrd="0" presId="urn:microsoft.com/office/officeart/2005/8/layout/orgChart1"/>
    <dgm:cxn modelId="{F2529BAC-D36E-438E-AD2A-601C3D3889D7}" type="presOf" srcId="{2BE70571-C755-44F2-81DC-25032AECD784}" destId="{34F00797-87B3-4A05-A003-924F8538BB46}" srcOrd="0" destOrd="0" presId="urn:microsoft.com/office/officeart/2005/8/layout/orgChart1"/>
    <dgm:cxn modelId="{ECC0CBB2-179D-44E8-B995-38B7C4CE5DBD}" type="presOf" srcId="{E43B8C66-90BA-4D7A-AC3D-EBD6FF37E14B}" destId="{00CA958B-9ADB-409B-9B5A-5C3735C05C55}" srcOrd="0" destOrd="0" presId="urn:microsoft.com/office/officeart/2005/8/layout/orgChart1"/>
    <dgm:cxn modelId="{A9BDC1B5-6446-4513-B92C-84A05EC0B4F3}" srcId="{67F5BB57-9619-4439-8F64-22DDCC2BDCB2}" destId="{D252E0FF-9B86-4E34-B454-1A0AE38D1A45}" srcOrd="0" destOrd="0" parTransId="{1108A770-D140-4073-B180-63992D192F0A}" sibTransId="{653488A2-0CB6-4EB1-AAD2-E19AD49BDB87}"/>
    <dgm:cxn modelId="{1DF323B6-A52F-48B3-A749-14554089111E}" srcId="{6E99248A-78C7-433B-A467-215FD73704AE}" destId="{EB3E7679-2014-44DA-BA46-11AF06614574}" srcOrd="1" destOrd="0" parTransId="{E381D897-429D-41A6-9B4F-1010F04CBA9B}" sibTransId="{9459613D-7CE4-43F9-A6F0-BDAF9DFAB435}"/>
    <dgm:cxn modelId="{B86195BD-5108-4657-AB30-04174A9ECF37}" type="presOf" srcId="{1108A770-D140-4073-B180-63992D192F0A}" destId="{3388E48D-4C14-41A2-B745-203B747E5A63}" srcOrd="0" destOrd="0" presId="urn:microsoft.com/office/officeart/2005/8/layout/orgChart1"/>
    <dgm:cxn modelId="{68DE1FBF-505B-442F-84A7-8BD84963FB73}" type="presOf" srcId="{C8BE187F-D5B9-4660-A336-21ABAC775AE6}" destId="{2C1FCAEA-C538-41AF-96C7-1AEF65FC98A4}" srcOrd="1" destOrd="0" presId="urn:microsoft.com/office/officeart/2005/8/layout/orgChart1"/>
    <dgm:cxn modelId="{F7F842C9-B4EE-42FE-993E-FDDFEC259F03}" srcId="{F6D2E1BA-A9B2-4EBB-AC22-1116128B29FB}" destId="{1E9F68C0-CDAF-42B5-BD5A-D77E431E1FF4}" srcOrd="1" destOrd="0" parTransId="{93AC5655-82EE-4A6C-A4A6-02E19083C745}" sibTransId="{0C059DD9-AB48-49EF-97BF-F4E058E11CE7}"/>
    <dgm:cxn modelId="{959282C9-F8B1-4478-9A96-19EE42A19CB2}" type="presOf" srcId="{0725DE1F-9985-447B-A1B5-D7982779FB52}" destId="{2C850872-24A0-4B7A-814A-19B98DD3D0DE}" srcOrd="1" destOrd="0" presId="urn:microsoft.com/office/officeart/2005/8/layout/orgChart1"/>
    <dgm:cxn modelId="{3295E2C9-0E95-43DC-89DC-16A98CB21A66}" srcId="{EB3E7679-2014-44DA-BA46-11AF06614574}" destId="{D82241C3-FC13-4173-A405-4ACA7004AFFC}" srcOrd="1" destOrd="0" parTransId="{D3A02B5C-4E19-47C5-BA56-E10BB1F2C173}" sibTransId="{B4EBC067-257F-40B5-8775-CC10292069F2}"/>
    <dgm:cxn modelId="{43A24CCB-4793-42A8-BEE8-2998A56A9744}" type="presOf" srcId="{3C022592-DC3C-4129-85AD-8F53211661A1}" destId="{380CE11F-4A6C-4B62-9EB9-C775D4A3BF3A}" srcOrd="0" destOrd="0" presId="urn:microsoft.com/office/officeart/2005/8/layout/orgChart1"/>
    <dgm:cxn modelId="{26B06ACD-90D1-4FA2-94FB-616BF712F649}" type="presOf" srcId="{C8BE187F-D5B9-4660-A336-21ABAC775AE6}" destId="{841D6C21-E0A8-4641-AC17-5CBF628542CC}" srcOrd="0" destOrd="0" presId="urn:microsoft.com/office/officeart/2005/8/layout/orgChart1"/>
    <dgm:cxn modelId="{CB6FE7D0-E06E-4459-976C-6BE17CEE6DEF}" srcId="{6E99248A-78C7-433B-A467-215FD73704AE}" destId="{F6D2E1BA-A9B2-4EBB-AC22-1116128B29FB}" srcOrd="0" destOrd="0" parTransId="{E43B8C66-90BA-4D7A-AC3D-EBD6FF37E14B}" sibTransId="{603C8D71-1D5E-4555-A788-F8514AB5FC32}"/>
    <dgm:cxn modelId="{12E888D8-069B-40DD-96CA-284F08A6ECDC}" type="presOf" srcId="{D82241C3-FC13-4173-A405-4ACA7004AFFC}" destId="{299BF7B7-7328-4EE2-80FB-9052F94418EA}" srcOrd="1" destOrd="0" presId="urn:microsoft.com/office/officeart/2005/8/layout/orgChart1"/>
    <dgm:cxn modelId="{8D79ECDE-2147-4E38-A4DC-54CEA1D94AA8}" type="presOf" srcId="{EB3E7679-2014-44DA-BA46-11AF06614574}" destId="{A130C9EF-C0DD-4BF0-9C2F-DC83C23362FD}" srcOrd="0" destOrd="0" presId="urn:microsoft.com/office/officeart/2005/8/layout/orgChart1"/>
    <dgm:cxn modelId="{2E4126E0-0512-46C1-92FB-EE89041372C4}" type="presOf" srcId="{3C022592-DC3C-4129-85AD-8F53211661A1}" destId="{8C1FDB53-E993-456E-96E8-2ACE4E55C9C9}" srcOrd="1" destOrd="0" presId="urn:microsoft.com/office/officeart/2005/8/layout/orgChart1"/>
    <dgm:cxn modelId="{B04FC2E3-10EF-4BA8-8BF7-E734C3BAA370}" type="presOf" srcId="{F6D2E1BA-A9B2-4EBB-AC22-1116128B29FB}" destId="{CAA59844-40A0-4FCF-BF77-F8D27C85FB9A}" srcOrd="1" destOrd="0" presId="urn:microsoft.com/office/officeart/2005/8/layout/orgChart1"/>
    <dgm:cxn modelId="{F6F639EB-7797-4621-8DA2-D93D03A1242D}" type="presOf" srcId="{41CEA36B-3ED9-47C8-B2FF-9E05E55ABFB6}" destId="{DF3F15EC-BB27-40C5-B16A-0AB8631EF4A2}" srcOrd="0" destOrd="0" presId="urn:microsoft.com/office/officeart/2005/8/layout/orgChart1"/>
    <dgm:cxn modelId="{73AA09F8-D25F-4AE1-ADCF-F7617BC38DE5}" type="presOf" srcId="{D252E0FF-9B86-4E34-B454-1A0AE38D1A45}" destId="{B3786ECA-9711-4347-B81B-B452A23CB4F6}" srcOrd="1" destOrd="0" presId="urn:microsoft.com/office/officeart/2005/8/layout/orgChart1"/>
    <dgm:cxn modelId="{FDD0D8FB-659C-40A4-ACE0-86EEA1954C01}" type="presOf" srcId="{D82241C3-FC13-4173-A405-4ACA7004AFFC}" destId="{3352465E-C0C2-4949-A788-82C46C59ECFB}" srcOrd="0" destOrd="0" presId="urn:microsoft.com/office/officeart/2005/8/layout/orgChart1"/>
    <dgm:cxn modelId="{FA9F7528-1529-4C03-A6F4-F3E154DD8D37}" type="presParOf" srcId="{C740D97B-E904-4F9A-8C10-0B643A4703B4}" destId="{4EB9D8BF-F8CD-4122-A102-8705718CFCBF}" srcOrd="0" destOrd="0" presId="urn:microsoft.com/office/officeart/2005/8/layout/orgChart1"/>
    <dgm:cxn modelId="{A27E4456-3F2F-43BA-85EC-7CC4FB404643}" type="presParOf" srcId="{4EB9D8BF-F8CD-4122-A102-8705718CFCBF}" destId="{CD9B9B25-4C8E-47F4-8189-975901954B98}" srcOrd="0" destOrd="0" presId="urn:microsoft.com/office/officeart/2005/8/layout/orgChart1"/>
    <dgm:cxn modelId="{58AC2CFD-A6A1-42BA-BBD1-BC91AB8CEB1E}" type="presParOf" srcId="{CD9B9B25-4C8E-47F4-8189-975901954B98}" destId="{B4F76DA5-D841-4983-AE73-1A85DA4D9D79}" srcOrd="0" destOrd="0" presId="urn:microsoft.com/office/officeart/2005/8/layout/orgChart1"/>
    <dgm:cxn modelId="{6BFA2A7C-48DD-4DC3-9AEC-FE5C0E73F368}" type="presParOf" srcId="{CD9B9B25-4C8E-47F4-8189-975901954B98}" destId="{16F0025A-A6D6-4620-A296-4D048DBDA221}" srcOrd="1" destOrd="0" presId="urn:microsoft.com/office/officeart/2005/8/layout/orgChart1"/>
    <dgm:cxn modelId="{62D3BB56-90EC-4DDF-A586-448B43EB5975}" type="presParOf" srcId="{4EB9D8BF-F8CD-4122-A102-8705718CFCBF}" destId="{EB715CD5-2C53-4737-BB88-36AFB1EEBBA1}" srcOrd="1" destOrd="0" presId="urn:microsoft.com/office/officeart/2005/8/layout/orgChart1"/>
    <dgm:cxn modelId="{6FCBDA58-2F44-4A62-815F-83815B82EC0B}" type="presParOf" srcId="{EB715CD5-2C53-4737-BB88-36AFB1EEBBA1}" destId="{3388E48D-4C14-41A2-B745-203B747E5A63}" srcOrd="0" destOrd="0" presId="urn:microsoft.com/office/officeart/2005/8/layout/orgChart1"/>
    <dgm:cxn modelId="{F124697B-E5D1-4802-81A6-D0AE14262201}" type="presParOf" srcId="{EB715CD5-2C53-4737-BB88-36AFB1EEBBA1}" destId="{DF0AD111-CFF2-4A1F-9CEC-6FC2F94EFB18}" srcOrd="1" destOrd="0" presId="urn:microsoft.com/office/officeart/2005/8/layout/orgChart1"/>
    <dgm:cxn modelId="{67471F0A-3927-481C-85FC-66BF73DDD792}" type="presParOf" srcId="{DF0AD111-CFF2-4A1F-9CEC-6FC2F94EFB18}" destId="{637BD4EA-82D1-497F-AB4D-ED36AF9F665D}" srcOrd="0" destOrd="0" presId="urn:microsoft.com/office/officeart/2005/8/layout/orgChart1"/>
    <dgm:cxn modelId="{8AB0AC21-26BB-468E-8E6E-A64F81427898}" type="presParOf" srcId="{637BD4EA-82D1-497F-AB4D-ED36AF9F665D}" destId="{BBF663F7-83F0-4E8A-A71D-036D9EFFC330}" srcOrd="0" destOrd="0" presId="urn:microsoft.com/office/officeart/2005/8/layout/orgChart1"/>
    <dgm:cxn modelId="{1FD4DB13-22EE-40C6-8559-F43D133AA5FA}" type="presParOf" srcId="{637BD4EA-82D1-497F-AB4D-ED36AF9F665D}" destId="{B3786ECA-9711-4347-B81B-B452A23CB4F6}" srcOrd="1" destOrd="0" presId="urn:microsoft.com/office/officeart/2005/8/layout/orgChart1"/>
    <dgm:cxn modelId="{03EAD7CA-48A7-486A-903C-EB4F13550D96}" type="presParOf" srcId="{DF0AD111-CFF2-4A1F-9CEC-6FC2F94EFB18}" destId="{9D5F611C-ADEF-4168-9B0D-6A2CCFBBD119}" srcOrd="1" destOrd="0" presId="urn:microsoft.com/office/officeart/2005/8/layout/orgChart1"/>
    <dgm:cxn modelId="{9EECA663-919F-4B37-90FE-BE7D535DC56F}" type="presParOf" srcId="{9D5F611C-ADEF-4168-9B0D-6A2CCFBBD119}" destId="{DF3F15EC-BB27-40C5-B16A-0AB8631EF4A2}" srcOrd="0" destOrd="0" presId="urn:microsoft.com/office/officeart/2005/8/layout/orgChart1"/>
    <dgm:cxn modelId="{AC2C54A3-FD38-4102-BE10-D3E9A97FEFCC}" type="presParOf" srcId="{9D5F611C-ADEF-4168-9B0D-6A2CCFBBD119}" destId="{34EA9C91-C029-469D-971B-6021403AB538}" srcOrd="1" destOrd="0" presId="urn:microsoft.com/office/officeart/2005/8/layout/orgChart1"/>
    <dgm:cxn modelId="{9D32FADA-9D53-4A25-8CA2-F4919BEA1DA6}" type="presParOf" srcId="{34EA9C91-C029-469D-971B-6021403AB538}" destId="{E5562EDB-2811-44C1-9042-D5FD60C63A4B}" srcOrd="0" destOrd="0" presId="urn:microsoft.com/office/officeart/2005/8/layout/orgChart1"/>
    <dgm:cxn modelId="{3EF33E1B-053F-453F-BA8A-215A695F22E8}" type="presParOf" srcId="{E5562EDB-2811-44C1-9042-D5FD60C63A4B}" destId="{9906161C-1358-4F7C-9A96-3E7D800F9324}" srcOrd="0" destOrd="0" presId="urn:microsoft.com/office/officeart/2005/8/layout/orgChart1"/>
    <dgm:cxn modelId="{73062CCA-3846-4D48-B6D4-053D84950890}" type="presParOf" srcId="{E5562EDB-2811-44C1-9042-D5FD60C63A4B}" destId="{2C850872-24A0-4B7A-814A-19B98DD3D0DE}" srcOrd="1" destOrd="0" presId="urn:microsoft.com/office/officeart/2005/8/layout/orgChart1"/>
    <dgm:cxn modelId="{01F3C583-EF28-4243-995A-96138C219CD9}" type="presParOf" srcId="{34EA9C91-C029-469D-971B-6021403AB538}" destId="{969B1611-1093-40CE-90B2-6937EFEE9112}" srcOrd="1" destOrd="0" presId="urn:microsoft.com/office/officeart/2005/8/layout/orgChart1"/>
    <dgm:cxn modelId="{E87B4AE8-096C-4F05-9758-56802A0D3598}" type="presParOf" srcId="{34EA9C91-C029-469D-971B-6021403AB538}" destId="{32024CE3-ABCD-4BF6-B846-B8F244C05AD5}" srcOrd="2" destOrd="0" presId="urn:microsoft.com/office/officeart/2005/8/layout/orgChart1"/>
    <dgm:cxn modelId="{304F6C11-A0C8-48B8-8F34-079FED68C3E0}" type="presParOf" srcId="{9D5F611C-ADEF-4168-9B0D-6A2CCFBBD119}" destId="{34F00797-87B3-4A05-A003-924F8538BB46}" srcOrd="2" destOrd="0" presId="urn:microsoft.com/office/officeart/2005/8/layout/orgChart1"/>
    <dgm:cxn modelId="{3B0B6A09-D9AD-4A40-A44C-20938235A7BE}" type="presParOf" srcId="{9D5F611C-ADEF-4168-9B0D-6A2CCFBBD119}" destId="{CB26972D-860F-4256-B23E-56099881739F}" srcOrd="3" destOrd="0" presId="urn:microsoft.com/office/officeart/2005/8/layout/orgChart1"/>
    <dgm:cxn modelId="{66F01589-271F-48F6-A159-88CD2B2BBD49}" type="presParOf" srcId="{CB26972D-860F-4256-B23E-56099881739F}" destId="{425C4F1F-E65E-47D0-AF86-188DFC9DAE2A}" srcOrd="0" destOrd="0" presId="urn:microsoft.com/office/officeart/2005/8/layout/orgChart1"/>
    <dgm:cxn modelId="{30A4F7E6-A73A-442D-86B3-A3C652819DA6}" type="presParOf" srcId="{425C4F1F-E65E-47D0-AF86-188DFC9DAE2A}" destId="{841D6C21-E0A8-4641-AC17-5CBF628542CC}" srcOrd="0" destOrd="0" presId="urn:microsoft.com/office/officeart/2005/8/layout/orgChart1"/>
    <dgm:cxn modelId="{4B886344-A186-4921-9CC0-A01F5646D866}" type="presParOf" srcId="{425C4F1F-E65E-47D0-AF86-188DFC9DAE2A}" destId="{2C1FCAEA-C538-41AF-96C7-1AEF65FC98A4}" srcOrd="1" destOrd="0" presId="urn:microsoft.com/office/officeart/2005/8/layout/orgChart1"/>
    <dgm:cxn modelId="{B65AC577-FECD-46CA-924A-F96BD1BB76A7}" type="presParOf" srcId="{CB26972D-860F-4256-B23E-56099881739F}" destId="{F4B12C4F-1409-479C-96B2-5362B4BEE005}" srcOrd="1" destOrd="0" presId="urn:microsoft.com/office/officeart/2005/8/layout/orgChart1"/>
    <dgm:cxn modelId="{26DBF4C6-C878-4C51-B51F-C77471522C60}" type="presParOf" srcId="{CB26972D-860F-4256-B23E-56099881739F}" destId="{E9995FFC-D061-4E8F-8BE6-AD29D79F969B}" srcOrd="2" destOrd="0" presId="urn:microsoft.com/office/officeart/2005/8/layout/orgChart1"/>
    <dgm:cxn modelId="{50CCA7A6-0652-447E-A918-5EDC465F45A9}" type="presParOf" srcId="{DF0AD111-CFF2-4A1F-9CEC-6FC2F94EFB18}" destId="{D93D76CC-5650-4E05-932A-71E039E7554F}" srcOrd="2" destOrd="0" presId="urn:microsoft.com/office/officeart/2005/8/layout/orgChart1"/>
    <dgm:cxn modelId="{3535138B-246C-469F-AFE2-444C6204CC65}" type="presParOf" srcId="{4EB9D8BF-F8CD-4122-A102-8705718CFCBF}" destId="{C8DE4B61-788C-462E-ABE3-BA088EF84B91}" srcOrd="2" destOrd="0" presId="urn:microsoft.com/office/officeart/2005/8/layout/orgChart1"/>
    <dgm:cxn modelId="{1A18290E-9268-40B4-A94E-8941ED003EC9}" type="presParOf" srcId="{C740D97B-E904-4F9A-8C10-0B643A4703B4}" destId="{49116560-92D5-4D38-A299-6D62A633B8BF}" srcOrd="1" destOrd="0" presId="urn:microsoft.com/office/officeart/2005/8/layout/orgChart1"/>
    <dgm:cxn modelId="{50C3D241-109B-4A51-8D7B-35C23D514BC6}" type="presParOf" srcId="{49116560-92D5-4D38-A299-6D62A633B8BF}" destId="{D2056AC8-3CA7-4C10-AF85-FB26E23F1D5D}" srcOrd="0" destOrd="0" presId="urn:microsoft.com/office/officeart/2005/8/layout/orgChart1"/>
    <dgm:cxn modelId="{A0C44C20-D005-4000-AB9B-17B75391EBF4}" type="presParOf" srcId="{D2056AC8-3CA7-4C10-AF85-FB26E23F1D5D}" destId="{4AA8C635-CD45-4AF7-ACFA-6574376F56A2}" srcOrd="0" destOrd="0" presId="urn:microsoft.com/office/officeart/2005/8/layout/orgChart1"/>
    <dgm:cxn modelId="{C6CC92C9-9057-451C-B070-04D127828CC8}" type="presParOf" srcId="{D2056AC8-3CA7-4C10-AF85-FB26E23F1D5D}" destId="{C0E1392C-13EB-4372-B2CF-0D2FF9BA094F}" srcOrd="1" destOrd="0" presId="urn:microsoft.com/office/officeart/2005/8/layout/orgChart1"/>
    <dgm:cxn modelId="{164AF147-C4BC-4D8E-96AE-46F5088903E6}" type="presParOf" srcId="{49116560-92D5-4D38-A299-6D62A633B8BF}" destId="{B0BBCD2D-4B12-457B-89AA-B82732C3E452}" srcOrd="1" destOrd="0" presId="urn:microsoft.com/office/officeart/2005/8/layout/orgChart1"/>
    <dgm:cxn modelId="{8A8C33E3-D58F-46ED-AD0C-816ED32E5CB6}" type="presParOf" srcId="{B0BBCD2D-4B12-457B-89AA-B82732C3E452}" destId="{00CA958B-9ADB-409B-9B5A-5C3735C05C55}" srcOrd="0" destOrd="0" presId="urn:microsoft.com/office/officeart/2005/8/layout/orgChart1"/>
    <dgm:cxn modelId="{51C05677-C8C2-44EA-BCB8-9A87D92CD494}" type="presParOf" srcId="{B0BBCD2D-4B12-457B-89AA-B82732C3E452}" destId="{21A433BC-9ACE-41D6-9E81-A417CCE12DE1}" srcOrd="1" destOrd="0" presId="urn:microsoft.com/office/officeart/2005/8/layout/orgChart1"/>
    <dgm:cxn modelId="{BC99F202-2433-48AE-95DD-55DC46676F5D}" type="presParOf" srcId="{21A433BC-9ACE-41D6-9E81-A417CCE12DE1}" destId="{C60F707C-54CC-4444-8D1D-7AB098FC057C}" srcOrd="0" destOrd="0" presId="urn:microsoft.com/office/officeart/2005/8/layout/orgChart1"/>
    <dgm:cxn modelId="{12D09169-26B8-4D9B-956C-0DB473C901DF}" type="presParOf" srcId="{C60F707C-54CC-4444-8D1D-7AB098FC057C}" destId="{EFBD9F51-14F0-4617-AB0F-068373858F81}" srcOrd="0" destOrd="0" presId="urn:microsoft.com/office/officeart/2005/8/layout/orgChart1"/>
    <dgm:cxn modelId="{B92EFA04-DBD2-4ADA-8622-E50AF60A8F9B}" type="presParOf" srcId="{C60F707C-54CC-4444-8D1D-7AB098FC057C}" destId="{CAA59844-40A0-4FCF-BF77-F8D27C85FB9A}" srcOrd="1" destOrd="0" presId="urn:microsoft.com/office/officeart/2005/8/layout/orgChart1"/>
    <dgm:cxn modelId="{E18D2812-7407-4565-982C-0CBA038B624D}" type="presParOf" srcId="{21A433BC-9ACE-41D6-9E81-A417CCE12DE1}" destId="{28FA9665-7F4F-4C71-B339-FAC8893C6AD2}" srcOrd="1" destOrd="0" presId="urn:microsoft.com/office/officeart/2005/8/layout/orgChart1"/>
    <dgm:cxn modelId="{DE77758F-BC26-4436-9E67-ED7C0C126DA2}" type="presParOf" srcId="{28FA9665-7F4F-4C71-B339-FAC8893C6AD2}" destId="{A0BB2DCC-CBDB-496F-AE4D-63CF28A19F90}" srcOrd="0" destOrd="0" presId="urn:microsoft.com/office/officeart/2005/8/layout/orgChart1"/>
    <dgm:cxn modelId="{4037B965-CAB2-414C-BB6A-96B03B16BD87}" type="presParOf" srcId="{28FA9665-7F4F-4C71-B339-FAC8893C6AD2}" destId="{1D8CB7DD-AF3D-45CC-A22D-2A73E77BD490}" srcOrd="1" destOrd="0" presId="urn:microsoft.com/office/officeart/2005/8/layout/orgChart1"/>
    <dgm:cxn modelId="{AEB028A1-95FB-48D1-9B02-2BA302EB31D4}" type="presParOf" srcId="{1D8CB7DD-AF3D-45CC-A22D-2A73E77BD490}" destId="{727B72CD-1339-4070-9214-80809C21B663}" srcOrd="0" destOrd="0" presId="urn:microsoft.com/office/officeart/2005/8/layout/orgChart1"/>
    <dgm:cxn modelId="{C1AAC5B7-B319-45AE-8B2B-847BBCF0AB70}" type="presParOf" srcId="{727B72CD-1339-4070-9214-80809C21B663}" destId="{380CE11F-4A6C-4B62-9EB9-C775D4A3BF3A}" srcOrd="0" destOrd="0" presId="urn:microsoft.com/office/officeart/2005/8/layout/orgChart1"/>
    <dgm:cxn modelId="{E528862B-51C9-4722-8CD1-D39189F08A80}" type="presParOf" srcId="{727B72CD-1339-4070-9214-80809C21B663}" destId="{8C1FDB53-E993-456E-96E8-2ACE4E55C9C9}" srcOrd="1" destOrd="0" presId="urn:microsoft.com/office/officeart/2005/8/layout/orgChart1"/>
    <dgm:cxn modelId="{80716291-0EDF-4317-BDEB-2B6B048B341E}" type="presParOf" srcId="{1D8CB7DD-AF3D-45CC-A22D-2A73E77BD490}" destId="{546C3D66-51DE-40C8-94AE-084CB21C7508}" srcOrd="1" destOrd="0" presId="urn:microsoft.com/office/officeart/2005/8/layout/orgChart1"/>
    <dgm:cxn modelId="{1F10D48D-94DB-402C-B57D-653843FA8FE3}" type="presParOf" srcId="{1D8CB7DD-AF3D-45CC-A22D-2A73E77BD490}" destId="{9D1F98C5-3FE1-4944-97C6-156AB0F45107}" srcOrd="2" destOrd="0" presId="urn:microsoft.com/office/officeart/2005/8/layout/orgChart1"/>
    <dgm:cxn modelId="{EE246D30-C2E6-4B07-817F-1447C3ACCDDE}" type="presParOf" srcId="{28FA9665-7F4F-4C71-B339-FAC8893C6AD2}" destId="{A255EEE8-5D32-430D-9864-2919859FEDE3}" srcOrd="2" destOrd="0" presId="urn:microsoft.com/office/officeart/2005/8/layout/orgChart1"/>
    <dgm:cxn modelId="{7FF898F7-DDF1-4356-BD3D-EB6E9E148742}" type="presParOf" srcId="{28FA9665-7F4F-4C71-B339-FAC8893C6AD2}" destId="{66293E1D-41C0-496F-81BA-5BB5F0D16F17}" srcOrd="3" destOrd="0" presId="urn:microsoft.com/office/officeart/2005/8/layout/orgChart1"/>
    <dgm:cxn modelId="{A0FB00FB-4A20-4813-8CA5-72E3E37C881E}" type="presParOf" srcId="{66293E1D-41C0-496F-81BA-5BB5F0D16F17}" destId="{D5346C68-3049-486B-ABD0-1834229DB870}" srcOrd="0" destOrd="0" presId="urn:microsoft.com/office/officeart/2005/8/layout/orgChart1"/>
    <dgm:cxn modelId="{7A01AA2A-AE05-4D62-A06E-1067C97717BE}" type="presParOf" srcId="{D5346C68-3049-486B-ABD0-1834229DB870}" destId="{4AC2665D-827D-48B8-AF03-A719D5D17F41}" srcOrd="0" destOrd="0" presId="urn:microsoft.com/office/officeart/2005/8/layout/orgChart1"/>
    <dgm:cxn modelId="{809848A7-E0E6-4D54-895B-14D8EB194E22}" type="presParOf" srcId="{D5346C68-3049-486B-ABD0-1834229DB870}" destId="{E99AC510-D87A-4658-931F-FC501E9CF860}" srcOrd="1" destOrd="0" presId="urn:microsoft.com/office/officeart/2005/8/layout/orgChart1"/>
    <dgm:cxn modelId="{78C01B8A-B90F-4255-9677-3CA46E78B91F}" type="presParOf" srcId="{66293E1D-41C0-496F-81BA-5BB5F0D16F17}" destId="{6C53F4F4-325F-433D-8F02-EF98B020BF23}" srcOrd="1" destOrd="0" presId="urn:microsoft.com/office/officeart/2005/8/layout/orgChart1"/>
    <dgm:cxn modelId="{F580CE00-0057-4123-9245-A60D191B3564}" type="presParOf" srcId="{66293E1D-41C0-496F-81BA-5BB5F0D16F17}" destId="{1E5D4C4A-5298-4447-8B8E-09A238BA03A1}" srcOrd="2" destOrd="0" presId="urn:microsoft.com/office/officeart/2005/8/layout/orgChart1"/>
    <dgm:cxn modelId="{93F07A08-B2C1-409F-A6BD-9C31C5E6505F}" type="presParOf" srcId="{21A433BC-9ACE-41D6-9E81-A417CCE12DE1}" destId="{9345DE9E-EEB3-469A-9683-74338B6CBA2B}" srcOrd="2" destOrd="0" presId="urn:microsoft.com/office/officeart/2005/8/layout/orgChart1"/>
    <dgm:cxn modelId="{FA7EE732-567C-4AC0-8FF1-44DC49DDF799}" type="presParOf" srcId="{B0BBCD2D-4B12-457B-89AA-B82732C3E452}" destId="{04E8A2B8-53EE-4F54-AE79-1A406A6DBBD9}" srcOrd="2" destOrd="0" presId="urn:microsoft.com/office/officeart/2005/8/layout/orgChart1"/>
    <dgm:cxn modelId="{487F152E-654E-45B6-92B6-A69A7BED9B28}" type="presParOf" srcId="{B0BBCD2D-4B12-457B-89AA-B82732C3E452}" destId="{3EB5B357-377F-4470-BA5C-829610134EAE}" srcOrd="3" destOrd="0" presId="urn:microsoft.com/office/officeart/2005/8/layout/orgChart1"/>
    <dgm:cxn modelId="{421CF89F-482E-4699-B74C-6C41BD01B8E6}" type="presParOf" srcId="{3EB5B357-377F-4470-BA5C-829610134EAE}" destId="{FF88393D-F776-48E5-83F7-B4BE85A630A7}" srcOrd="0" destOrd="0" presId="urn:microsoft.com/office/officeart/2005/8/layout/orgChart1"/>
    <dgm:cxn modelId="{E37E9518-2FBC-4591-8B0E-703A5FF84B48}" type="presParOf" srcId="{FF88393D-F776-48E5-83F7-B4BE85A630A7}" destId="{A130C9EF-C0DD-4BF0-9C2F-DC83C23362FD}" srcOrd="0" destOrd="0" presId="urn:microsoft.com/office/officeart/2005/8/layout/orgChart1"/>
    <dgm:cxn modelId="{A45B0860-A978-4E3E-B606-9EB5BB905C3F}" type="presParOf" srcId="{FF88393D-F776-48E5-83F7-B4BE85A630A7}" destId="{EFE4C1B4-7A67-4FFE-B4B9-A1EF5F0E57CE}" srcOrd="1" destOrd="0" presId="urn:microsoft.com/office/officeart/2005/8/layout/orgChart1"/>
    <dgm:cxn modelId="{8F410BDD-6F22-40EE-B527-FE783B805B4D}" type="presParOf" srcId="{3EB5B357-377F-4470-BA5C-829610134EAE}" destId="{5C656AB9-DDF4-4EDF-844D-31ABE6A05CE5}" srcOrd="1" destOrd="0" presId="urn:microsoft.com/office/officeart/2005/8/layout/orgChart1"/>
    <dgm:cxn modelId="{DB09355E-57E1-4945-B7FE-1F4ACB456AB8}" type="presParOf" srcId="{5C656AB9-DDF4-4EDF-844D-31ABE6A05CE5}" destId="{A3909BE2-1DC5-4CC5-B410-6279435D652B}" srcOrd="0" destOrd="0" presId="urn:microsoft.com/office/officeart/2005/8/layout/orgChart1"/>
    <dgm:cxn modelId="{9CFF69F2-195D-40DA-A22D-AF8525EAE99F}" type="presParOf" srcId="{5C656AB9-DDF4-4EDF-844D-31ABE6A05CE5}" destId="{3D6471D9-269A-4AC4-ABB7-22823AC3C60C}" srcOrd="1" destOrd="0" presId="urn:microsoft.com/office/officeart/2005/8/layout/orgChart1"/>
    <dgm:cxn modelId="{59506BA9-2123-4624-9DF1-C12D3D039166}" type="presParOf" srcId="{3D6471D9-269A-4AC4-ABB7-22823AC3C60C}" destId="{B4ED5D69-75CA-48F4-95B0-349E9A5DBEB7}" srcOrd="0" destOrd="0" presId="urn:microsoft.com/office/officeart/2005/8/layout/orgChart1"/>
    <dgm:cxn modelId="{E1134728-90B9-45AD-A0EC-D468561A991B}" type="presParOf" srcId="{B4ED5D69-75CA-48F4-95B0-349E9A5DBEB7}" destId="{AEB774EE-5900-4B7E-BB5C-4B48A266F20F}" srcOrd="0" destOrd="0" presId="urn:microsoft.com/office/officeart/2005/8/layout/orgChart1"/>
    <dgm:cxn modelId="{F1F844B8-B003-428F-A21C-AB0EB2655730}" type="presParOf" srcId="{B4ED5D69-75CA-48F4-95B0-349E9A5DBEB7}" destId="{1CA40B75-E71F-4FAD-BD4E-91F17CF7C288}" srcOrd="1" destOrd="0" presId="urn:microsoft.com/office/officeart/2005/8/layout/orgChart1"/>
    <dgm:cxn modelId="{16350CF6-F8C2-4333-B766-F5CD8DB811B2}" type="presParOf" srcId="{3D6471D9-269A-4AC4-ABB7-22823AC3C60C}" destId="{A730EBD2-3B54-45BA-BBD5-3DAB3A6D1702}" srcOrd="1" destOrd="0" presId="urn:microsoft.com/office/officeart/2005/8/layout/orgChart1"/>
    <dgm:cxn modelId="{705083F0-DA86-47B0-95BF-4E879BF023A1}" type="presParOf" srcId="{3D6471D9-269A-4AC4-ABB7-22823AC3C60C}" destId="{DA8A911E-CD34-4844-AF00-BC15A928BD96}" srcOrd="2" destOrd="0" presId="urn:microsoft.com/office/officeart/2005/8/layout/orgChart1"/>
    <dgm:cxn modelId="{EA091CA9-D020-4E11-A429-CC82FB5340F5}" type="presParOf" srcId="{5C656AB9-DDF4-4EDF-844D-31ABE6A05CE5}" destId="{46E2F4E2-B374-46DF-A3C8-C494A7663A55}" srcOrd="2" destOrd="0" presId="urn:microsoft.com/office/officeart/2005/8/layout/orgChart1"/>
    <dgm:cxn modelId="{8ABC5D44-C02B-40B4-8180-0F848D2F626D}" type="presParOf" srcId="{5C656AB9-DDF4-4EDF-844D-31ABE6A05CE5}" destId="{222EBF90-1E7E-4668-A3CE-AE11EEB5B131}" srcOrd="3" destOrd="0" presId="urn:microsoft.com/office/officeart/2005/8/layout/orgChart1"/>
    <dgm:cxn modelId="{6C421CA7-B456-4190-A9C8-D81DD57F000F}" type="presParOf" srcId="{222EBF90-1E7E-4668-A3CE-AE11EEB5B131}" destId="{10840C38-2528-486B-8024-33D98F47CA6D}" srcOrd="0" destOrd="0" presId="urn:microsoft.com/office/officeart/2005/8/layout/orgChart1"/>
    <dgm:cxn modelId="{96813A8F-D7C2-4213-921A-EF4CAA9DC336}" type="presParOf" srcId="{10840C38-2528-486B-8024-33D98F47CA6D}" destId="{3352465E-C0C2-4949-A788-82C46C59ECFB}" srcOrd="0" destOrd="0" presId="urn:microsoft.com/office/officeart/2005/8/layout/orgChart1"/>
    <dgm:cxn modelId="{D28C496B-9D07-437D-ADCF-1E01F8973DBA}" type="presParOf" srcId="{10840C38-2528-486B-8024-33D98F47CA6D}" destId="{299BF7B7-7328-4EE2-80FB-9052F94418EA}" srcOrd="1" destOrd="0" presId="urn:microsoft.com/office/officeart/2005/8/layout/orgChart1"/>
    <dgm:cxn modelId="{C9C69CDC-DBBD-43D7-8531-5B184F381DE2}" type="presParOf" srcId="{222EBF90-1E7E-4668-A3CE-AE11EEB5B131}" destId="{764CB994-07A8-4BA8-92C1-C65EA13C2AFC}" srcOrd="1" destOrd="0" presId="urn:microsoft.com/office/officeart/2005/8/layout/orgChart1"/>
    <dgm:cxn modelId="{11A3DB11-774D-42BE-A235-EF2D33167774}" type="presParOf" srcId="{222EBF90-1E7E-4668-A3CE-AE11EEB5B131}" destId="{ED7AB50D-D595-4A83-92AE-44D8E0F88FC3}" srcOrd="2" destOrd="0" presId="urn:microsoft.com/office/officeart/2005/8/layout/orgChart1"/>
    <dgm:cxn modelId="{DFFC637C-FAFF-4207-BECE-CE6F0A441DF4}" type="presParOf" srcId="{5C656AB9-DDF4-4EDF-844D-31ABE6A05CE5}" destId="{2F7494E4-15A9-407F-9D21-53DA9A3F065C}" srcOrd="4" destOrd="0" presId="urn:microsoft.com/office/officeart/2005/8/layout/orgChart1"/>
    <dgm:cxn modelId="{B1EC7351-0CAC-4132-AB9E-A91A147045C1}" type="presParOf" srcId="{5C656AB9-DDF4-4EDF-844D-31ABE6A05CE5}" destId="{28ACFAB2-FC5B-4E73-AEBE-2030BBB36D92}" srcOrd="5" destOrd="0" presId="urn:microsoft.com/office/officeart/2005/8/layout/orgChart1"/>
    <dgm:cxn modelId="{98D2C974-399C-4938-BC4F-F33126C7BC51}" type="presParOf" srcId="{28ACFAB2-FC5B-4E73-AEBE-2030BBB36D92}" destId="{3F5DACED-7980-432F-AD8D-515583DAA215}" srcOrd="0" destOrd="0" presId="urn:microsoft.com/office/officeart/2005/8/layout/orgChart1"/>
    <dgm:cxn modelId="{A7EFA562-2929-497C-A1B5-62A1D6E19811}" type="presParOf" srcId="{3F5DACED-7980-432F-AD8D-515583DAA215}" destId="{0BEFACCD-BE65-4006-AC59-8E87E83A4DB8}" srcOrd="0" destOrd="0" presId="urn:microsoft.com/office/officeart/2005/8/layout/orgChart1"/>
    <dgm:cxn modelId="{71429BC0-F3FB-47B4-9FE1-AB4C45A04AEC}" type="presParOf" srcId="{3F5DACED-7980-432F-AD8D-515583DAA215}" destId="{1FC178BC-A340-4A58-94F3-80110FE165BA}" srcOrd="1" destOrd="0" presId="urn:microsoft.com/office/officeart/2005/8/layout/orgChart1"/>
    <dgm:cxn modelId="{470E5E4A-5FE8-4BE7-8C06-3D51586B9708}" type="presParOf" srcId="{28ACFAB2-FC5B-4E73-AEBE-2030BBB36D92}" destId="{A2FCF132-FCAD-4E8F-9AC1-522EB8379AFF}" srcOrd="1" destOrd="0" presId="urn:microsoft.com/office/officeart/2005/8/layout/orgChart1"/>
    <dgm:cxn modelId="{680D1B6D-4138-4E2F-A33F-422B27A51931}" type="presParOf" srcId="{28ACFAB2-FC5B-4E73-AEBE-2030BBB36D92}" destId="{6FAD377C-946E-4813-AA11-81CBE3654049}" srcOrd="2" destOrd="0" presId="urn:microsoft.com/office/officeart/2005/8/layout/orgChart1"/>
    <dgm:cxn modelId="{89B0661E-D714-4E05-89E8-668223C9AEE7}" type="presParOf" srcId="{3EB5B357-377F-4470-BA5C-829610134EAE}" destId="{4324F988-0802-4C67-9960-2CA11C24F927}" srcOrd="2" destOrd="0" presId="urn:microsoft.com/office/officeart/2005/8/layout/orgChart1"/>
    <dgm:cxn modelId="{8D53ABF7-1B86-498A-9C14-A40A0F883381}" type="presParOf" srcId="{49116560-92D5-4D38-A299-6D62A633B8BF}" destId="{BC83C1BD-53EE-4685-8E49-A1688DDA76C7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F7494E4-15A9-407F-9D21-53DA9A3F065C}">
      <dsp:nvSpPr>
        <dsp:cNvPr id="0" name=""/>
        <dsp:cNvSpPr/>
      </dsp:nvSpPr>
      <dsp:spPr>
        <a:xfrm>
          <a:off x="7425460" y="1589592"/>
          <a:ext cx="233729" cy="243738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437380"/>
              </a:lnTo>
              <a:lnTo>
                <a:pt x="233729" y="2437380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6E2F4E2-B374-46DF-A3C8-C494A7663A55}">
      <dsp:nvSpPr>
        <dsp:cNvPr id="0" name=""/>
        <dsp:cNvSpPr/>
      </dsp:nvSpPr>
      <dsp:spPr>
        <a:xfrm>
          <a:off x="7425460" y="1589592"/>
          <a:ext cx="233729" cy="151688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16880"/>
              </a:lnTo>
              <a:lnTo>
                <a:pt x="233729" y="1516880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3909BE2-1DC5-4CC5-B410-6279435D652B}">
      <dsp:nvSpPr>
        <dsp:cNvPr id="0" name=""/>
        <dsp:cNvSpPr/>
      </dsp:nvSpPr>
      <dsp:spPr>
        <a:xfrm>
          <a:off x="7425460" y="1589592"/>
          <a:ext cx="233729" cy="59638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96380"/>
              </a:lnTo>
              <a:lnTo>
                <a:pt x="233729" y="596380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4E8A2B8-53EE-4F54-AE79-1A406A6DBBD9}">
      <dsp:nvSpPr>
        <dsp:cNvPr id="0" name=""/>
        <dsp:cNvSpPr/>
      </dsp:nvSpPr>
      <dsp:spPr>
        <a:xfrm>
          <a:off x="6726679" y="669092"/>
          <a:ext cx="1322060" cy="27226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6130"/>
              </a:lnTo>
              <a:lnTo>
                <a:pt x="1322060" y="136130"/>
              </a:lnTo>
              <a:lnTo>
                <a:pt x="1322060" y="272260"/>
              </a:lnTo>
            </a:path>
          </a:pathLst>
        </a:custGeom>
        <a:noFill/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255EEE8-5D32-430D-9864-2919859FEDE3}">
      <dsp:nvSpPr>
        <dsp:cNvPr id="0" name=""/>
        <dsp:cNvSpPr/>
      </dsp:nvSpPr>
      <dsp:spPr>
        <a:xfrm>
          <a:off x="4777353" y="1589592"/>
          <a:ext cx="227749" cy="151688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16880"/>
              </a:lnTo>
              <a:lnTo>
                <a:pt x="227749" y="1516880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0BB2DCC-CBDB-496F-AE4D-63CF28A19F90}">
      <dsp:nvSpPr>
        <dsp:cNvPr id="0" name=""/>
        <dsp:cNvSpPr/>
      </dsp:nvSpPr>
      <dsp:spPr>
        <a:xfrm>
          <a:off x="4777353" y="1589592"/>
          <a:ext cx="227749" cy="59638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96380"/>
              </a:lnTo>
              <a:lnTo>
                <a:pt x="227749" y="596380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0CA958B-9ADB-409B-9B5A-5C3735C05C55}">
      <dsp:nvSpPr>
        <dsp:cNvPr id="0" name=""/>
        <dsp:cNvSpPr/>
      </dsp:nvSpPr>
      <dsp:spPr>
        <a:xfrm>
          <a:off x="5384686" y="669092"/>
          <a:ext cx="1341993" cy="272260"/>
        </a:xfrm>
        <a:custGeom>
          <a:avLst/>
          <a:gdLst/>
          <a:ahLst/>
          <a:cxnLst/>
          <a:rect l="0" t="0" r="0" b="0"/>
          <a:pathLst>
            <a:path>
              <a:moveTo>
                <a:pt x="1341993" y="0"/>
              </a:moveTo>
              <a:lnTo>
                <a:pt x="1341993" y="136130"/>
              </a:lnTo>
              <a:lnTo>
                <a:pt x="0" y="136130"/>
              </a:lnTo>
              <a:lnTo>
                <a:pt x="0" y="272260"/>
              </a:lnTo>
            </a:path>
          </a:pathLst>
        </a:custGeom>
        <a:noFill/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4F00797-87B3-4A05-A003-924F8538BB46}">
      <dsp:nvSpPr>
        <dsp:cNvPr id="0" name=""/>
        <dsp:cNvSpPr/>
      </dsp:nvSpPr>
      <dsp:spPr>
        <a:xfrm>
          <a:off x="1064336" y="1563682"/>
          <a:ext cx="548153" cy="152342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23427"/>
              </a:lnTo>
              <a:lnTo>
                <a:pt x="548153" y="1523427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F3F15EC-BB27-40C5-B16A-0AB8631EF4A2}">
      <dsp:nvSpPr>
        <dsp:cNvPr id="0" name=""/>
        <dsp:cNvSpPr/>
      </dsp:nvSpPr>
      <dsp:spPr>
        <a:xfrm>
          <a:off x="1064336" y="1563682"/>
          <a:ext cx="548153" cy="60352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03520"/>
              </a:lnTo>
              <a:lnTo>
                <a:pt x="548153" y="603520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388E48D-4C14-41A2-B745-203B747E5A63}">
      <dsp:nvSpPr>
        <dsp:cNvPr id="0" name=""/>
        <dsp:cNvSpPr/>
      </dsp:nvSpPr>
      <dsp:spPr>
        <a:xfrm>
          <a:off x="1460957" y="676158"/>
          <a:ext cx="1065122" cy="23928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3154"/>
              </a:lnTo>
              <a:lnTo>
                <a:pt x="1065122" y="103154"/>
              </a:lnTo>
              <a:lnTo>
                <a:pt x="1065122" y="239284"/>
              </a:lnTo>
            </a:path>
          </a:pathLst>
        </a:custGeom>
        <a:noFill/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4F76DA5-D841-4983-AE73-1A85DA4D9D79}">
      <dsp:nvSpPr>
        <dsp:cNvPr id="0" name=""/>
        <dsp:cNvSpPr/>
      </dsp:nvSpPr>
      <dsp:spPr>
        <a:xfrm>
          <a:off x="215332" y="33221"/>
          <a:ext cx="2491249" cy="64293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sz="1600" kern="1200"/>
            <a:t>生管前次月報議題 </a:t>
          </a:r>
          <a:endParaRPr lang="en-US" altLang="zh-TW" sz="1600" kern="1200"/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(</a:t>
          </a:r>
          <a:r>
            <a:rPr lang="zh-TW" sz="1600" kern="1200"/>
            <a:t>二月底的資料</a:t>
          </a:r>
          <a:r>
            <a:rPr lang="en-US" sz="1600" kern="1200"/>
            <a:t>)</a:t>
          </a:r>
        </a:p>
      </dsp:txBody>
      <dsp:txXfrm>
        <a:off x="215332" y="33221"/>
        <a:ext cx="2491249" cy="642936"/>
      </dsp:txXfrm>
    </dsp:sp>
    <dsp:sp modelId="{BBF663F7-83F0-4E8A-A71D-036D9EFFC330}">
      <dsp:nvSpPr>
        <dsp:cNvPr id="0" name=""/>
        <dsp:cNvSpPr/>
      </dsp:nvSpPr>
      <dsp:spPr>
        <a:xfrm>
          <a:off x="698900" y="915442"/>
          <a:ext cx="3654359" cy="648239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sz="1600" kern="1200"/>
            <a:t>月報 </a:t>
          </a:r>
          <a:r>
            <a:rPr lang="en-US" sz="1600" kern="1200"/>
            <a:t>YOY </a:t>
          </a:r>
          <a:r>
            <a:rPr lang="zh-TW" sz="1600" kern="1200"/>
            <a:t>市購實際多料 </a:t>
          </a:r>
          <a:r>
            <a:rPr lang="en-US" altLang="zh-TW" sz="1600" kern="1200"/>
            <a:t>, </a:t>
          </a:r>
          <a:r>
            <a:rPr lang="zh-TW" sz="1600" kern="1200"/>
            <a:t>主要</a:t>
          </a:r>
          <a:r>
            <a:rPr lang="zh-TW" altLang="en-US" sz="1600" kern="1200"/>
            <a:t>可相比的</a:t>
          </a:r>
          <a:endParaRPr lang="en-US" altLang="zh-TW" sz="1600" kern="1200"/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600" kern="1200"/>
            <a:t>差異是</a:t>
          </a:r>
          <a:r>
            <a:rPr lang="zh-TW" sz="1600" kern="1200"/>
            <a:t>布料</a:t>
          </a:r>
          <a:r>
            <a:rPr lang="zh-TW" altLang="en-US" sz="1600" kern="1200"/>
            <a:t> </a:t>
          </a:r>
          <a:r>
            <a:rPr lang="en-US" sz="1600" kern="1200">
              <a:solidFill>
                <a:schemeClr val="bg1">
                  <a:lumMod val="75000"/>
                </a:schemeClr>
              </a:solidFill>
            </a:rPr>
            <a:t>MOQ320</a:t>
          </a:r>
          <a:r>
            <a:rPr lang="zh-TW" sz="1600" kern="1200">
              <a:solidFill>
                <a:schemeClr val="bg1">
                  <a:lumMod val="75000"/>
                </a:schemeClr>
              </a:solidFill>
            </a:rPr>
            <a:t>萬</a:t>
          </a:r>
          <a:r>
            <a:rPr lang="en-US" sz="1600" kern="1200">
              <a:solidFill>
                <a:schemeClr val="bg1">
                  <a:lumMod val="75000"/>
                </a:schemeClr>
              </a:solidFill>
            </a:rPr>
            <a:t>RMB, MCR 83</a:t>
          </a:r>
          <a:r>
            <a:rPr lang="zh-TW" altLang="en-US" sz="1600" kern="1200">
              <a:solidFill>
                <a:schemeClr val="bg1">
                  <a:lumMod val="75000"/>
                </a:schemeClr>
              </a:solidFill>
            </a:rPr>
            <a:t>萬</a:t>
          </a:r>
          <a:endParaRPr lang="en-US" sz="1600" kern="1200">
            <a:solidFill>
              <a:schemeClr val="bg1">
                <a:lumMod val="75000"/>
              </a:schemeClr>
            </a:solidFill>
          </a:endParaRPr>
        </a:p>
      </dsp:txBody>
      <dsp:txXfrm>
        <a:off x="698900" y="915442"/>
        <a:ext cx="3654359" cy="648239"/>
      </dsp:txXfrm>
    </dsp:sp>
    <dsp:sp modelId="{9906161C-1358-4F7C-9A96-3E7D800F9324}">
      <dsp:nvSpPr>
        <dsp:cNvPr id="0" name=""/>
        <dsp:cNvSpPr/>
      </dsp:nvSpPr>
      <dsp:spPr>
        <a:xfrm>
          <a:off x="1612489" y="1835942"/>
          <a:ext cx="2570243" cy="662520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MOQ</a:t>
          </a:r>
          <a:r>
            <a:rPr lang="zh-TW" sz="1400" kern="1200"/>
            <a:t>多料分析</a:t>
          </a:r>
          <a:r>
            <a:rPr lang="en-US" sz="1400" kern="1200"/>
            <a:t>- </a:t>
          </a:r>
          <a:r>
            <a:rPr lang="zh-TW" sz="1400" kern="1200"/>
            <a:t> 應報</a:t>
          </a:r>
          <a:r>
            <a:rPr lang="en-US" sz="1400" kern="1200"/>
            <a:t>:</a:t>
          </a:r>
          <a:r>
            <a:rPr lang="zh-TW" sz="1400" kern="1200"/>
            <a:t> </a:t>
          </a:r>
          <a:r>
            <a:rPr lang="en-US" sz="1400" b="1" kern="1200">
              <a:solidFill>
                <a:srgbClr val="FFC000"/>
              </a:solidFill>
            </a:rPr>
            <a:t>112</a:t>
          </a:r>
          <a:r>
            <a:rPr lang="zh-TW" sz="1400" b="1" kern="1200">
              <a:solidFill>
                <a:srgbClr val="FFC000"/>
              </a:solidFill>
            </a:rPr>
            <a:t>萬</a:t>
          </a:r>
          <a:r>
            <a:rPr lang="zh-TW" sz="1400" kern="1200"/>
            <a:t> </a:t>
          </a:r>
          <a:r>
            <a:rPr lang="en-US" sz="1400" kern="1200"/>
            <a:t>+</a:t>
          </a:r>
          <a:r>
            <a:rPr lang="zh-TW" sz="1400" kern="1200"/>
            <a:t> </a:t>
          </a:r>
          <a:r>
            <a:rPr lang="en-US" sz="1400" kern="1200"/>
            <a:t>SP/</a:t>
          </a:r>
          <a:r>
            <a:rPr lang="zh-TW" sz="1400" kern="1200"/>
            <a:t>新單</a:t>
          </a:r>
          <a:r>
            <a:rPr lang="en-US" sz="1400" kern="1200"/>
            <a:t>:</a:t>
          </a:r>
          <a:r>
            <a:rPr lang="zh-TW" sz="1400" kern="1200"/>
            <a:t> </a:t>
          </a:r>
          <a:r>
            <a:rPr lang="en-US" sz="1400" b="1" kern="1200">
              <a:solidFill>
                <a:srgbClr val="FFC000"/>
              </a:solidFill>
            </a:rPr>
            <a:t>52</a:t>
          </a:r>
          <a:r>
            <a:rPr lang="zh-TW" sz="1400" b="1" kern="1200">
              <a:solidFill>
                <a:srgbClr val="FFC000"/>
              </a:solidFill>
            </a:rPr>
            <a:t>萬 </a:t>
          </a:r>
          <a:r>
            <a:rPr lang="en-US" sz="1400" b="1" kern="1200">
              <a:solidFill>
                <a:srgbClr val="FFC000"/>
              </a:solidFill>
            </a:rPr>
            <a:t>RMB</a:t>
          </a:r>
          <a:r>
            <a:rPr lang="zh-TW" sz="1400" b="1" kern="1200"/>
            <a:t> </a:t>
          </a:r>
          <a:r>
            <a:rPr lang="zh-TW" sz="1400" kern="1200"/>
            <a:t>補報</a:t>
          </a:r>
          <a:endParaRPr lang="en-US" sz="1400" kern="1200"/>
        </a:p>
      </dsp:txBody>
      <dsp:txXfrm>
        <a:off x="1612489" y="1835942"/>
        <a:ext cx="2570243" cy="662520"/>
      </dsp:txXfrm>
    </dsp:sp>
    <dsp:sp modelId="{841D6C21-E0A8-4641-AC17-5CBF628542CC}">
      <dsp:nvSpPr>
        <dsp:cNvPr id="0" name=""/>
        <dsp:cNvSpPr/>
      </dsp:nvSpPr>
      <dsp:spPr>
        <a:xfrm>
          <a:off x="1612489" y="2770723"/>
          <a:ext cx="2560195" cy="632772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solidFill>
                <a:schemeClr val="bg1">
                  <a:lumMod val="95000"/>
                </a:schemeClr>
              </a:solidFill>
            </a:rPr>
            <a:t>MCR 85%</a:t>
          </a:r>
          <a:r>
            <a:rPr lang="zh-TW" altLang="en-US" sz="1400" kern="1200">
              <a:solidFill>
                <a:schemeClr val="bg1">
                  <a:lumMod val="95000"/>
                </a:schemeClr>
              </a:solidFill>
            </a:rPr>
            <a:t>是布件</a:t>
          </a:r>
          <a:r>
            <a:rPr lang="en-US" altLang="zh-TW" sz="1400" kern="1200">
              <a:solidFill>
                <a:schemeClr val="bg1">
                  <a:lumMod val="95000"/>
                </a:schemeClr>
              </a:solidFill>
            </a:rPr>
            <a:t>, 10%</a:t>
          </a:r>
          <a:r>
            <a:rPr lang="zh-TW" altLang="en-US" sz="1400" kern="1200">
              <a:solidFill>
                <a:schemeClr val="bg1">
                  <a:lumMod val="95000"/>
                </a:schemeClr>
              </a:solidFill>
            </a:rPr>
            <a:t>是金屬件</a:t>
          </a:r>
          <a:r>
            <a:rPr lang="en-US" altLang="zh-TW" sz="1400" kern="1200">
              <a:solidFill>
                <a:schemeClr val="bg1">
                  <a:lumMod val="95000"/>
                </a:schemeClr>
              </a:solidFill>
            </a:rPr>
            <a:t>(</a:t>
          </a:r>
          <a:r>
            <a:rPr lang="zh-TW" altLang="en-US" sz="1400" kern="1200">
              <a:solidFill>
                <a:schemeClr val="bg1">
                  <a:lumMod val="95000"/>
                </a:schemeClr>
              </a:solidFill>
            </a:rPr>
            <a:t>主要清單如補充資料</a:t>
          </a:r>
          <a:r>
            <a:rPr lang="en-US" altLang="zh-TW" sz="1400" kern="1200">
              <a:solidFill>
                <a:schemeClr val="bg1">
                  <a:lumMod val="95000"/>
                </a:schemeClr>
              </a:solidFill>
            </a:rPr>
            <a:t>)</a:t>
          </a:r>
          <a:endParaRPr lang="en-US" sz="1400" kern="1200">
            <a:solidFill>
              <a:schemeClr val="bg1">
                <a:lumMod val="95000"/>
              </a:schemeClr>
            </a:solidFill>
          </a:endParaRPr>
        </a:p>
      </dsp:txBody>
      <dsp:txXfrm>
        <a:off x="1612489" y="2770723"/>
        <a:ext cx="2560195" cy="632772"/>
      </dsp:txXfrm>
    </dsp:sp>
    <dsp:sp modelId="{4AA8C635-CD45-4AF7-ACFA-6574376F56A2}">
      <dsp:nvSpPr>
        <dsp:cNvPr id="0" name=""/>
        <dsp:cNvSpPr/>
      </dsp:nvSpPr>
      <dsp:spPr>
        <a:xfrm>
          <a:off x="6078440" y="245"/>
          <a:ext cx="1296479" cy="66884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sz="1600" kern="1200"/>
            <a:t>業務議題</a:t>
          </a:r>
          <a:endParaRPr lang="en-US" sz="1600" kern="1200"/>
        </a:p>
      </dsp:txBody>
      <dsp:txXfrm>
        <a:off x="6078440" y="245"/>
        <a:ext cx="1296479" cy="668847"/>
      </dsp:txXfrm>
    </dsp:sp>
    <dsp:sp modelId="{EFBD9F51-14F0-4617-AB0F-068373858F81}">
      <dsp:nvSpPr>
        <dsp:cNvPr id="0" name=""/>
        <dsp:cNvSpPr/>
      </dsp:nvSpPr>
      <dsp:spPr>
        <a:xfrm>
          <a:off x="4625520" y="941352"/>
          <a:ext cx="1518332" cy="648239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600" kern="1200"/>
            <a:t>明確根因分析</a:t>
          </a:r>
          <a:endParaRPr lang="en-US" sz="1600" kern="1200"/>
        </a:p>
      </dsp:txBody>
      <dsp:txXfrm>
        <a:off x="4625520" y="941352"/>
        <a:ext cx="1518332" cy="648239"/>
      </dsp:txXfrm>
    </dsp:sp>
    <dsp:sp modelId="{380CE11F-4A6C-4B62-9EB9-C775D4A3BF3A}">
      <dsp:nvSpPr>
        <dsp:cNvPr id="0" name=""/>
        <dsp:cNvSpPr/>
      </dsp:nvSpPr>
      <dsp:spPr>
        <a:xfrm>
          <a:off x="5005103" y="1861853"/>
          <a:ext cx="2361017" cy="648239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sz="1400" kern="1200"/>
            <a:t>需要能解讀是甚麼物料</a:t>
          </a:r>
          <a:r>
            <a:rPr lang="en-US" sz="1400" kern="1200"/>
            <a:t>&amp;</a:t>
          </a:r>
          <a:r>
            <a:rPr lang="zh-TW" sz="1400" kern="1200"/>
            <a:t>因為哪張訂單產生的多料</a:t>
          </a:r>
          <a:r>
            <a:rPr lang="en-US" sz="1400" kern="1200"/>
            <a:t>. </a:t>
          </a:r>
        </a:p>
      </dsp:txBody>
      <dsp:txXfrm>
        <a:off x="5005103" y="1861853"/>
        <a:ext cx="2361017" cy="648239"/>
      </dsp:txXfrm>
    </dsp:sp>
    <dsp:sp modelId="{4AC2665D-827D-48B8-AF03-A719D5D17F41}">
      <dsp:nvSpPr>
        <dsp:cNvPr id="0" name=""/>
        <dsp:cNvSpPr/>
      </dsp:nvSpPr>
      <dsp:spPr>
        <a:xfrm>
          <a:off x="5005103" y="2782353"/>
          <a:ext cx="2381826" cy="648239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sz="1400" kern="1200"/>
            <a:t>有單號的為何沒轉入</a:t>
          </a:r>
          <a:r>
            <a:rPr lang="en-US" sz="1400" kern="1200"/>
            <a:t>E&amp;O, </a:t>
          </a:r>
          <a:r>
            <a:rPr lang="zh-TW" sz="1400" kern="1200"/>
            <a:t>需要生管</a:t>
          </a:r>
          <a:r>
            <a:rPr lang="en-US" sz="1400" kern="1200"/>
            <a:t>&amp; IT team </a:t>
          </a:r>
          <a:r>
            <a:rPr lang="zh-TW" sz="1400" kern="1200"/>
            <a:t>協助先釐清</a:t>
          </a:r>
          <a:endParaRPr lang="en-US" sz="1400" kern="1200"/>
        </a:p>
      </dsp:txBody>
      <dsp:txXfrm>
        <a:off x="5005103" y="2782353"/>
        <a:ext cx="2381826" cy="648239"/>
      </dsp:txXfrm>
    </dsp:sp>
    <dsp:sp modelId="{A130C9EF-C0DD-4BF0-9C2F-DC83C23362FD}">
      <dsp:nvSpPr>
        <dsp:cNvPr id="0" name=""/>
        <dsp:cNvSpPr/>
      </dsp:nvSpPr>
      <dsp:spPr>
        <a:xfrm>
          <a:off x="7269640" y="941352"/>
          <a:ext cx="1558199" cy="648239"/>
        </a:xfrm>
        <a:prstGeom prst="rect">
          <a:avLst/>
        </a:prstGeom>
        <a:solidFill>
          <a:schemeClr val="tx1">
            <a:lumMod val="65000"/>
            <a:lumOff val="3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600" kern="1200"/>
            <a:t>客戶談判策略</a:t>
          </a:r>
          <a:endParaRPr lang="en-US" sz="1600" kern="1200"/>
        </a:p>
      </dsp:txBody>
      <dsp:txXfrm>
        <a:off x="7269640" y="941352"/>
        <a:ext cx="1558199" cy="648239"/>
      </dsp:txXfrm>
    </dsp:sp>
    <dsp:sp modelId="{AEB774EE-5900-4B7E-BB5C-4B48A266F20F}">
      <dsp:nvSpPr>
        <dsp:cNvPr id="0" name=""/>
        <dsp:cNvSpPr/>
      </dsp:nvSpPr>
      <dsp:spPr>
        <a:xfrm>
          <a:off x="7659190" y="1861853"/>
          <a:ext cx="2153153" cy="648239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400" kern="1200">
              <a:solidFill>
                <a:srgbClr val="FF0000"/>
              </a:solidFill>
            </a:rPr>
            <a:t>有原始單據的</a:t>
          </a:r>
          <a:r>
            <a:rPr lang="en-US" sz="1400" kern="1200">
              <a:solidFill>
                <a:srgbClr val="FF0000"/>
              </a:solidFill>
            </a:rPr>
            <a:t> </a:t>
          </a:r>
          <a:r>
            <a:rPr lang="zh-TW" altLang="en-US" sz="1400" kern="1200">
              <a:solidFill>
                <a:srgbClr val="FF0000"/>
              </a:solidFill>
            </a:rPr>
            <a:t> 可補報</a:t>
          </a:r>
          <a:endParaRPr lang="en-US" sz="1400" kern="1200">
            <a:solidFill>
              <a:srgbClr val="FF0000"/>
            </a:solidFill>
          </a:endParaRPr>
        </a:p>
      </dsp:txBody>
      <dsp:txXfrm>
        <a:off x="7659190" y="1861853"/>
        <a:ext cx="2153153" cy="648239"/>
      </dsp:txXfrm>
    </dsp:sp>
    <dsp:sp modelId="{3352465E-C0C2-4949-A788-82C46C59ECFB}">
      <dsp:nvSpPr>
        <dsp:cNvPr id="0" name=""/>
        <dsp:cNvSpPr/>
      </dsp:nvSpPr>
      <dsp:spPr>
        <a:xfrm>
          <a:off x="7659190" y="2782353"/>
          <a:ext cx="2157509" cy="648239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400" kern="1200">
              <a:solidFill>
                <a:srgbClr val="FF0000"/>
              </a:solidFill>
            </a:rPr>
            <a:t>有原始單據但不好補報</a:t>
          </a:r>
          <a:endParaRPr lang="en-US" sz="1400" kern="1200">
            <a:solidFill>
              <a:srgbClr val="FF0000"/>
            </a:solidFill>
          </a:endParaRPr>
        </a:p>
      </dsp:txBody>
      <dsp:txXfrm>
        <a:off x="7659190" y="2782353"/>
        <a:ext cx="2157509" cy="648239"/>
      </dsp:txXfrm>
    </dsp:sp>
    <dsp:sp modelId="{0BEFACCD-BE65-4006-AC59-8E87E83A4DB8}">
      <dsp:nvSpPr>
        <dsp:cNvPr id="0" name=""/>
        <dsp:cNvSpPr/>
      </dsp:nvSpPr>
      <dsp:spPr>
        <a:xfrm>
          <a:off x="7659190" y="3702853"/>
          <a:ext cx="2136701" cy="648239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400" kern="1200">
              <a:solidFill>
                <a:srgbClr val="FF0000"/>
              </a:solidFill>
            </a:rPr>
            <a:t>沒有原始單據的</a:t>
          </a:r>
          <a:endParaRPr lang="en-US" sz="1400" kern="1200">
            <a:solidFill>
              <a:srgbClr val="FF0000"/>
            </a:solidFill>
          </a:endParaRPr>
        </a:p>
      </dsp:txBody>
      <dsp:txXfrm>
        <a:off x="7659190" y="3702853"/>
        <a:ext cx="2136701" cy="64823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F36920-48D5-44CA-B9D2-A7B313927DC3}" type="datetimeFigureOut">
              <a:rPr lang="zh-TW" altLang="en-US" smtClean="0"/>
              <a:t>2026/4/15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CEE436-9E39-45C3-BBB5-1F00F218C67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412813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CEE436-9E39-45C3-BBB5-1F00F218C678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17263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E9EB79-D7F5-90B4-B724-686290C410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5DBBBC6E-DBFB-721C-6665-709CCBA3CC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20C6EDC6-BA01-BF4B-F1B9-F1E22A1556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1EE025F-78FA-16E4-7443-A3103B3AAB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CEE436-9E39-45C3-BBB5-1F00F218C678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821035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CEE436-9E39-45C3-BBB5-1F00F218C678}" type="slidenum">
              <a:rPr lang="zh-TW" altLang="en-US" smtClean="0"/>
              <a:t>16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227797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A500BDD-8132-EFCF-43EF-8D4FCF76CF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FD324575-E29B-20FC-31E5-71717CD049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14C88BE-0BFA-D364-171B-CB31EEA4A3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4224C-AF3F-412C-9E05-75B547FBF8C3}" type="datetimeFigureOut">
              <a:rPr lang="zh-TW" altLang="en-US" smtClean="0"/>
              <a:t>2026/4/15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A6F8B35-90B4-8445-7042-8D6FA13B19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513341B-D1D2-1F3A-45A2-5BE00ACDAA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342E4-8CBB-4C26-8888-1EDA380D569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656312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DFA4A26-32F0-136F-B939-4FC15F9DA0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845E8FD-087F-E5DC-6DC2-D10EE62510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2pPr>
            <a:lvl3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3pPr>
            <a:lvl4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4pPr>
            <a:lvl5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A1921BE-A81E-0B28-76A1-EC444B7085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6284224C-AF3F-412C-9E05-75B547FBF8C3}" type="datetimeFigureOut">
              <a:rPr lang="zh-TW" altLang="en-US" smtClean="0"/>
              <a:pPr/>
              <a:t>2026/4/15</a:t>
            </a:fld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AD788B8-A9CD-CE3C-6795-42F5ACF731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1545FA7-6A00-ABF3-C54C-F536CB2309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285342E4-8CBB-4C26-8888-1EDA380D5691}" type="slidenum">
              <a:rPr lang="zh-TW" altLang="en-US" smtClean="0"/>
              <a:pPr/>
              <a:t>‹#›</a:t>
            </a:fld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0362724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8BF3EEB-5AF9-DB7C-B8E4-ABADFEE550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8A8FA20F-5600-215C-C66C-787A811B88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063955C-7397-954E-8FF0-0A965464B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4224C-AF3F-412C-9E05-75B547FBF8C3}" type="datetimeFigureOut">
              <a:rPr lang="zh-TW" altLang="en-US" smtClean="0"/>
              <a:t>2026/4/15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23EE6B1-83CD-0974-9F4B-BB4FCEDC68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9619CE6-B096-AE2E-1371-977243688B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342E4-8CBB-4C26-8888-1EDA380D569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480359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53042C3-77FD-96B8-4599-49FA8DBD57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19132F5-DF19-9D8A-ABF3-366F649332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9527442D-F9FB-6336-45AB-D7680C442C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86984348-0614-AF32-373B-B98A001D5F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4224C-AF3F-412C-9E05-75B547FBF8C3}" type="datetimeFigureOut">
              <a:rPr lang="zh-TW" altLang="en-US" smtClean="0"/>
              <a:t>2026/4/15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352063E3-3B09-7FA2-87E5-696AED5619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91DC080B-694D-8010-F10B-EF6FAE41CD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342E4-8CBB-4C26-8888-1EDA380D569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403681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B574CA6-F780-A756-A713-700CC050F2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2ADA798E-6557-037B-D4B3-7EFD6631CB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E0FC48C2-4BFD-3A00-04CE-3C2A1AA574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87315402-49D1-8F13-2F5A-5AA095EBEF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BB9671DC-3252-C1B6-FC7B-49094F9F12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808183E5-FD39-A1F8-1EFB-52CFB6262C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4224C-AF3F-412C-9E05-75B547FBF8C3}" type="datetimeFigureOut">
              <a:rPr lang="zh-TW" altLang="en-US" smtClean="0"/>
              <a:t>2026/4/15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A6AE8C0B-5F9A-E45F-1E55-7040946097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F8AD01C0-3343-47AD-0A93-83114120BE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342E4-8CBB-4C26-8888-1EDA380D569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08447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02F0515-A54B-ED67-F625-8FAAB6620A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3C1ED22B-3739-6C63-5225-55C6985DD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4224C-AF3F-412C-9E05-75B547FBF8C3}" type="datetimeFigureOut">
              <a:rPr lang="zh-TW" altLang="en-US" smtClean="0"/>
              <a:t>2026/4/15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5347ABEF-2443-2D69-333E-C1EB5892F7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3F97419D-F852-F7FA-8A4B-CD2342D323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342E4-8CBB-4C26-8888-1EDA380D569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131983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E74A6D7F-1AAE-2E7F-55CC-FC62734B31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4224C-AF3F-412C-9E05-75B547FBF8C3}" type="datetimeFigureOut">
              <a:rPr lang="zh-TW" altLang="en-US" smtClean="0"/>
              <a:t>2026/4/15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5FB348A6-BAEF-0317-1FEE-C01066C3F5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20B2A3C-DCD6-1FA2-9861-FFD2483CE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342E4-8CBB-4C26-8888-1EDA380D569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661003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DA389AB-CFB6-672F-6BA0-221614B191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DB0E2C2-CF64-EFCD-13AD-73D8A87F4F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452E4E62-BEF9-D442-8C0D-8FFCE280BD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82AD5016-AB88-8DC8-772A-9961A1EAF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4224C-AF3F-412C-9E05-75B547FBF8C3}" type="datetimeFigureOut">
              <a:rPr lang="zh-TW" altLang="en-US" smtClean="0"/>
              <a:t>2026/4/15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4B1B629B-F992-65F7-2504-9BEDE9EA5A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97B9B1E3-A4A6-A272-FC1A-136720FDE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342E4-8CBB-4C26-8888-1EDA380D569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628138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02CCB57-F840-3BC6-E43D-D88AED270E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E30589C3-CE9B-A34F-0550-AF9C2C16393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7BA913E9-DEDE-D201-99E5-2CE0D939F0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F70DB559-C833-4CCE-0AA7-FEF9343C0F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4224C-AF3F-412C-9E05-75B547FBF8C3}" type="datetimeFigureOut">
              <a:rPr lang="zh-TW" altLang="en-US" smtClean="0"/>
              <a:t>2026/4/15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633DB203-B119-2B17-975B-E0AF51BDD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499F7496-6C47-B80F-42EC-3D4BAD0F94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342E4-8CBB-4C26-8888-1EDA380D569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590640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FC2C928-99EF-ABB2-7ADF-5A4AB1A666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AB1D98CB-9453-F83A-5DFF-B119B91786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AA61BFF-6B30-4B30-74D8-5CB218B04E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4224C-AF3F-412C-9E05-75B547FBF8C3}" type="datetimeFigureOut">
              <a:rPr lang="zh-TW" altLang="en-US" smtClean="0"/>
              <a:t>2026/4/15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4839CCC-6B2B-5891-C574-6813BD6A05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962A6F9-AEF6-F492-54D2-0A98608F8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342E4-8CBB-4C26-8888-1EDA380D569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140052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C775D4B1-43B4-9B86-063C-1E8FE8E5D95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3ED01118-644A-F673-03FC-D7A9802CC2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05B1F75-1DBE-6F7B-AA1C-AFD55A45A3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4224C-AF3F-412C-9E05-75B547FBF8C3}" type="datetimeFigureOut">
              <a:rPr lang="zh-TW" altLang="en-US" smtClean="0"/>
              <a:t>2026/4/15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7604B25-035C-BEAC-792F-EFE1011CC4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E344838-D119-598B-3A82-DC1E999A8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342E4-8CBB-4C26-8888-1EDA380D569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235291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26F8F873-78E6-20BB-EBA3-8BB1E77BEA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2E209167-410F-16AE-6EBF-EEE21BF6C6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D1BCD0E-6534-BDF0-A769-CE4279DE15E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6284224C-AF3F-412C-9E05-75B547FBF8C3}" type="datetimeFigureOut">
              <a:rPr lang="zh-TW" altLang="en-US" smtClean="0"/>
              <a:pPr/>
              <a:t>2026/4/15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947D165-326C-5386-0ABA-78EB56593C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2B902C9-4BFD-C8C0-BCC6-41FA1E89DF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285342E4-8CBB-4C26-8888-1EDA380D5691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643329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slideLayout" Target="../slideLayouts/slideLayout6.xml"/><Relationship Id="rId1" Type="http://schemas.openxmlformats.org/officeDocument/2006/relationships/themeOverride" Target="../theme/themeOverride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13CBFE13-ED06-FE96-ADFF-39DD654B2F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</p:spPr>
        <p:txBody>
          <a:bodyPr anchor="b">
            <a:normAutofit/>
          </a:bodyPr>
          <a:lstStyle/>
          <a:p>
            <a:pPr algn="l"/>
            <a:r>
              <a:rPr lang="zh-TW" altLang="en-US" sz="4800">
                <a:solidFill>
                  <a:srgbClr val="FFFFFF"/>
                </a:solidFill>
              </a:rPr>
              <a:t>預採帳</a:t>
            </a:r>
            <a:r>
              <a:rPr lang="en-US" altLang="zh-TW" sz="4800">
                <a:solidFill>
                  <a:srgbClr val="FFFFFF"/>
                </a:solidFill>
              </a:rPr>
              <a:t>/Customer Liability</a:t>
            </a:r>
            <a:r>
              <a:rPr lang="zh-TW" altLang="en-US" sz="4800">
                <a:solidFill>
                  <a:srgbClr val="FFFFFF"/>
                </a:solidFill>
              </a:rPr>
              <a:t>分析</a:t>
            </a:r>
            <a:r>
              <a:rPr lang="en-US" altLang="zh-TW" sz="4800">
                <a:solidFill>
                  <a:srgbClr val="FFFFFF"/>
                </a:solidFill>
              </a:rPr>
              <a:t>-MOQ</a:t>
            </a:r>
            <a:endParaRPr lang="zh-TW" altLang="en-US" sz="4800">
              <a:solidFill>
                <a:srgbClr val="FFFFFF"/>
              </a:solidFill>
            </a:endParaRP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57380382-6EF8-4213-5F0D-AF04DE0F78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0682" y="4870824"/>
            <a:ext cx="10005951" cy="1458258"/>
          </a:xfrm>
        </p:spPr>
        <p:txBody>
          <a:bodyPr anchor="ctr">
            <a:normAutofit/>
          </a:bodyPr>
          <a:lstStyle/>
          <a:p>
            <a:pPr marL="342900" indent="-342900" algn="l">
              <a:buFontTx/>
              <a:buChar char="-"/>
            </a:pPr>
            <a:r>
              <a:rPr lang="en-US" altLang="zh-TW"/>
              <a:t>G</a:t>
            </a:r>
            <a:r>
              <a:rPr lang="zh-TW" altLang="en-US"/>
              <a:t>客戶預採帳的帳差分析與處理  </a:t>
            </a:r>
            <a:r>
              <a:rPr lang="en-US" altLang="zh-TW"/>
              <a:t>(C</a:t>
            </a:r>
            <a:r>
              <a:rPr lang="zh-TW" altLang="en-US"/>
              <a:t>客戶已確認轉用後 剩餘關閉</a:t>
            </a:r>
            <a:r>
              <a:rPr lang="en-US" altLang="zh-TW"/>
              <a:t>)</a:t>
            </a:r>
            <a:endParaRPr lang="zh-TW" altLang="en-US"/>
          </a:p>
          <a:p>
            <a:pPr marL="342900" indent="-342900" algn="l">
              <a:buFontTx/>
              <a:buChar char="-"/>
            </a:pPr>
            <a:r>
              <a:rPr lang="zh-TW" altLang="en-US"/>
              <a:t>回應 預採賬未列</a:t>
            </a:r>
            <a:r>
              <a:rPr lang="en-US" altLang="zh-TW"/>
              <a:t>MOQ</a:t>
            </a:r>
            <a:r>
              <a:rPr lang="zh-TW" altLang="en-US"/>
              <a:t>分析   </a:t>
            </a:r>
            <a:r>
              <a:rPr lang="en-US" altLang="zh-TW"/>
              <a:t>(</a:t>
            </a:r>
            <a:r>
              <a:rPr lang="zh-TW" altLang="en-US"/>
              <a:t>前次月報抽問</a:t>
            </a:r>
            <a:r>
              <a:rPr lang="en-US" altLang="zh-TW"/>
              <a:t>)</a:t>
            </a:r>
            <a:r>
              <a:rPr lang="zh-TW" altLang="en-US"/>
              <a:t> </a:t>
            </a:r>
            <a:endParaRPr lang="en-US" altLang="zh-TW"/>
          </a:p>
          <a:p>
            <a:pPr marL="342900" indent="-342900" algn="l">
              <a:buFontTx/>
              <a:buChar char="-"/>
            </a:pPr>
            <a:r>
              <a:rPr lang="en-US" altLang="zh-TW">
                <a:solidFill>
                  <a:schemeClr val="bg1">
                    <a:lumMod val="65000"/>
                  </a:schemeClr>
                </a:solidFill>
              </a:rPr>
              <a:t>SAP</a:t>
            </a:r>
            <a:r>
              <a:rPr lang="zh-TW" altLang="en-US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altLang="zh-TW">
                <a:solidFill>
                  <a:schemeClr val="bg1">
                    <a:lumMod val="65000"/>
                  </a:schemeClr>
                </a:solidFill>
              </a:rPr>
              <a:t>Liability</a:t>
            </a:r>
            <a:r>
              <a:rPr lang="zh-TW" altLang="en-US">
                <a:solidFill>
                  <a:schemeClr val="bg1">
                    <a:lumMod val="65000"/>
                  </a:schemeClr>
                </a:solidFill>
              </a:rPr>
              <a:t>上線切換注意事項  </a:t>
            </a:r>
            <a:r>
              <a:rPr lang="en-US" altLang="zh-TW">
                <a:solidFill>
                  <a:schemeClr val="bg1">
                    <a:lumMod val="65000"/>
                  </a:schemeClr>
                </a:solidFill>
              </a:rPr>
              <a:t>(</a:t>
            </a:r>
            <a:r>
              <a:rPr lang="zh-TW" altLang="en-US">
                <a:solidFill>
                  <a:schemeClr val="bg1">
                    <a:lumMod val="65000"/>
                  </a:schemeClr>
                </a:solidFill>
              </a:rPr>
              <a:t>提醒五月切換</a:t>
            </a:r>
            <a:r>
              <a:rPr lang="en-US" altLang="zh-TW">
                <a:solidFill>
                  <a:schemeClr val="bg1">
                    <a:lumMod val="65000"/>
                  </a:schemeClr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0384946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25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27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29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1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8FD3F570-958D-9022-4AA2-6C86CFFBA5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z="4000" kern="1200">
                <a:solidFill>
                  <a:srgbClr val="FFFFFF"/>
                </a:solidFill>
              </a:rPr>
              <a:t>議程</a:t>
            </a:r>
          </a:p>
        </p:txBody>
      </p:sp>
      <p:graphicFrame>
        <p:nvGraphicFramePr>
          <p:cNvPr id="5" name="內容版面配置區 4">
            <a:extLst>
              <a:ext uri="{FF2B5EF4-FFF2-40B4-BE49-F238E27FC236}">
                <a16:creationId xmlns:a16="http://schemas.microsoft.com/office/drawing/2014/main" id="{3CB57792-8A3E-4936-9DAC-4144353CA76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66450400"/>
              </p:ext>
              <p:ext uri="{E7BDC344-281C-4309-B0C6-D0EE65EED2A8}">
                <p202:designPr xmlns:p202="http://schemas.microsoft.com/office/powerpoint/2020/02/main">
                  <p202:designTagLst>
                    <p202:designTag name="ARCH:1:CLS" val="StackedSequentialRowTable"/>
                  </p202:designTagLst>
                </p202:designPr>
              </p:ext>
            </p:extLst>
          </p:nvPr>
        </p:nvGraphicFramePr>
        <p:xfrm>
          <a:off x="1882181" y="2133544"/>
          <a:ext cx="8427639" cy="4117660"/>
        </p:xfrm>
        <a:graphic>
          <a:graphicData uri="http://schemas.openxmlformats.org/drawingml/2006/table">
            <a:tbl>
              <a:tblPr firstRow="1" bandRow="1">
                <a:noFill/>
                <a:tableStyleId>{5C22544A-7EE6-4342-B048-85BDC9FD1C3A}</a:tableStyleId>
              </a:tblPr>
              <a:tblGrid>
                <a:gridCol w="2512681">
                  <a:extLst>
                    <a:ext uri="{9D8B030D-6E8A-4147-A177-3AD203B41FA5}">
                      <a16:colId xmlns:a16="http://schemas.microsoft.com/office/drawing/2014/main" val="3840719923"/>
                    </a:ext>
                  </a:extLst>
                </a:gridCol>
                <a:gridCol w="5914958">
                  <a:extLst>
                    <a:ext uri="{9D8B030D-6E8A-4147-A177-3AD203B41FA5}">
                      <a16:colId xmlns:a16="http://schemas.microsoft.com/office/drawing/2014/main" val="890424217"/>
                    </a:ext>
                  </a:extLst>
                </a:gridCol>
              </a:tblGrid>
              <a:tr h="8235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3300" b="1" cap="none" spc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01</a:t>
                      </a:r>
                    </a:p>
                  </a:txBody>
                  <a:tcPr marL="141446" marR="141446" marT="141446" marB="14144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TW" altLang="en-US" sz="2100" b="0" cap="none" spc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對焦</a:t>
                      </a:r>
                      <a:r>
                        <a:rPr lang="en-US" altLang="zh-TW" sz="2100" b="0" cap="none" spc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- </a:t>
                      </a:r>
                      <a:r>
                        <a:rPr lang="zh-TW" altLang="en-US" sz="2100" b="0" cap="none" spc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背景與目的</a:t>
                      </a:r>
                      <a:r>
                        <a:rPr lang="en-US" altLang="zh-TW" sz="2100" b="0" cap="none" spc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WBS</a:t>
                      </a:r>
                      <a:endParaRPr lang="zh-TW" altLang="en-US" sz="2100" b="0" cap="none" spc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41446" marR="141446" marT="141446" marB="14144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9691292"/>
                  </a:ext>
                </a:extLst>
              </a:tr>
              <a:tr h="8235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3300" b="1" cap="none" spc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02</a:t>
                      </a:r>
                    </a:p>
                  </a:txBody>
                  <a:tcPr marL="141446" marR="141446" marT="141446" marB="14144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zh-TW" sz="2100" b="0" cap="none" spc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MOQ</a:t>
                      </a:r>
                      <a:r>
                        <a:rPr lang="zh-TW" altLang="en-US" sz="2100" b="0" cap="none" spc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分析對應摘要</a:t>
                      </a:r>
                    </a:p>
                  </a:txBody>
                  <a:tcPr marL="141446" marR="141446" marT="141446" marB="14144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8244643"/>
                  </a:ext>
                </a:extLst>
              </a:tr>
              <a:tr h="8235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3300" b="1" cap="none" spc="0">
                          <a:solidFill>
                            <a:srgbClr val="FF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03</a:t>
                      </a:r>
                    </a:p>
                  </a:txBody>
                  <a:tcPr marL="141446" marR="141446" marT="141446" marB="14144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zh-TW" sz="2100" b="0" cap="none" spc="0">
                          <a:solidFill>
                            <a:srgbClr val="FF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MOQ</a:t>
                      </a:r>
                      <a:r>
                        <a:rPr lang="zh-TW" altLang="en-US" sz="2100" b="0" cap="none" spc="0">
                          <a:solidFill>
                            <a:srgbClr val="FF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分析案例說明 </a:t>
                      </a:r>
                      <a:r>
                        <a:rPr lang="en-US" altLang="zh-TW" sz="2100" b="0" cap="none" spc="0">
                          <a:solidFill>
                            <a:srgbClr val="FF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(Oliver)</a:t>
                      </a:r>
                      <a:endParaRPr lang="zh-TW" altLang="en-US" sz="2100" b="0" cap="none" spc="0">
                        <a:solidFill>
                          <a:srgbClr val="FF00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41446" marR="141446" marT="141446" marB="14144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0433420"/>
                  </a:ext>
                </a:extLst>
              </a:tr>
              <a:tr h="8235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3300" b="1" cap="none" spc="0">
                          <a:solidFill>
                            <a:schemeClr val="accent5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04</a:t>
                      </a:r>
                    </a:p>
                  </a:txBody>
                  <a:tcPr marL="141446" marR="141446" marT="141446" marB="14144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TW" altLang="en-US" sz="2100" b="0" cap="none" spc="0">
                          <a:solidFill>
                            <a:schemeClr val="accent5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後續行動討論 </a:t>
                      </a:r>
                      <a:r>
                        <a:rPr lang="en-US" altLang="zh-TW" sz="2100" b="0" cap="none" spc="0">
                          <a:solidFill>
                            <a:schemeClr val="accent5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(Carol &amp; Miles)</a:t>
                      </a:r>
                      <a:endParaRPr lang="zh-TW" altLang="en-US" sz="2100" b="0" cap="none" spc="0">
                        <a:solidFill>
                          <a:schemeClr val="accent5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41446" marR="141446" marT="141446" marB="14144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6104421"/>
                  </a:ext>
                </a:extLst>
              </a:tr>
              <a:tr h="8235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3300" b="1" cap="none" spc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05</a:t>
                      </a:r>
                    </a:p>
                  </a:txBody>
                  <a:tcPr marL="141446" marR="141446" marT="141446" marB="14144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TW" altLang="en-US" sz="2100" b="0" cap="none" spc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補充資料</a:t>
                      </a:r>
                      <a:r>
                        <a:rPr lang="en-US" altLang="zh-TW" sz="2100" b="0" cap="none" spc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-MCR</a:t>
                      </a:r>
                      <a:r>
                        <a:rPr lang="zh-TW" altLang="en-US" sz="2100" b="0" cap="none" spc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相關案例 下周會查完回報</a:t>
                      </a:r>
                    </a:p>
                  </a:txBody>
                  <a:tcPr marL="141446" marR="141446" marT="141446" marB="14144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63273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616256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26">
            <a:extLst>
              <a:ext uri="{FF2B5EF4-FFF2-40B4-BE49-F238E27FC236}">
                <a16:creationId xmlns:a16="http://schemas.microsoft.com/office/drawing/2014/main" id="{D808E1C8-7AF6-4D41-C655-7BDCA11FC8E2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1573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31" name="Rectangle 30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34724418-436F-284C-491F-A2C591FA08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zh-TW" altLang="en-US"/>
              <a:t>背景</a:t>
            </a:r>
            <a:r>
              <a:rPr lang="en-US" altLang="zh-TW"/>
              <a:t>,</a:t>
            </a:r>
            <a:r>
              <a:rPr lang="zh-TW" altLang="en-US"/>
              <a:t> 目的與行動計畫摘要</a:t>
            </a:r>
            <a:r>
              <a:rPr lang="en-US" altLang="zh-TW"/>
              <a:t>-WBS</a:t>
            </a:r>
            <a:br>
              <a:rPr lang="en-US" altLang="zh-TW"/>
            </a:br>
            <a:r>
              <a:rPr lang="en-US" altLang="zh-TW" sz="2800"/>
              <a:t>MOQ</a:t>
            </a:r>
            <a:r>
              <a:rPr lang="zh-TW" altLang="en-US" sz="2800"/>
              <a:t>本日分析目標 </a:t>
            </a:r>
            <a:r>
              <a:rPr lang="en-US" altLang="zh-TW" sz="2800">
                <a:solidFill>
                  <a:srgbClr val="FFC000"/>
                </a:solidFill>
              </a:rPr>
              <a:t>1.7M RMB</a:t>
            </a:r>
            <a:r>
              <a:rPr lang="zh-TW" altLang="en-US" sz="2800">
                <a:solidFill>
                  <a:srgbClr val="FFC000"/>
                </a:solidFill>
              </a:rPr>
              <a:t>  </a:t>
            </a:r>
            <a:r>
              <a:rPr lang="en-US" altLang="zh-TW" sz="1800" i="1"/>
              <a:t>(</a:t>
            </a:r>
            <a:r>
              <a:rPr lang="zh-TW" altLang="en-US" sz="1800" i="1"/>
              <a:t>抓大放小 </a:t>
            </a:r>
            <a:r>
              <a:rPr lang="en-US" altLang="zh-TW" sz="1800" i="1"/>
              <a:t>20000</a:t>
            </a:r>
            <a:r>
              <a:rPr lang="zh-TW" altLang="en-US" sz="1800" i="1"/>
              <a:t> </a:t>
            </a:r>
            <a:r>
              <a:rPr lang="en-US" altLang="zh-TW" sz="1800" i="1"/>
              <a:t>RMB)</a:t>
            </a:r>
            <a:endParaRPr lang="zh-TW" altLang="en-US" sz="1800" i="1"/>
          </a:p>
        </p:txBody>
      </p:sp>
      <p:graphicFrame>
        <p:nvGraphicFramePr>
          <p:cNvPr id="25" name="內容版面配置區 2">
            <a:extLst>
              <a:ext uri="{FF2B5EF4-FFF2-40B4-BE49-F238E27FC236}">
                <a16:creationId xmlns:a16="http://schemas.microsoft.com/office/drawing/2014/main" id="{D91E023C-F684-52A7-4A57-A8E822EC8AF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17037166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橢圓 3">
            <a:extLst>
              <a:ext uri="{FF2B5EF4-FFF2-40B4-BE49-F238E27FC236}">
                <a16:creationId xmlns:a16="http://schemas.microsoft.com/office/drawing/2014/main" id="{6F3483D8-9C7B-E340-9287-1A29932DB89A}"/>
              </a:ext>
            </a:extLst>
          </p:cNvPr>
          <p:cNvSpPr/>
          <p:nvPr/>
        </p:nvSpPr>
        <p:spPr>
          <a:xfrm>
            <a:off x="3215811" y="3657601"/>
            <a:ext cx="1767155" cy="68836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286570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FC9213-DECB-7438-C93E-6474228846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259E0B7-0F51-3D05-1E8D-7A9B8CB8C2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預採帳</a:t>
            </a:r>
            <a:r>
              <a:rPr lang="en-US" altLang="zh-TW"/>
              <a:t>MOQ</a:t>
            </a:r>
            <a:r>
              <a:rPr lang="zh-TW" altLang="en-US"/>
              <a:t>分析對應摘要</a:t>
            </a:r>
            <a:r>
              <a:rPr lang="en-US" altLang="zh-TW"/>
              <a:t>-</a:t>
            </a:r>
            <a:r>
              <a:rPr lang="zh-TW" altLang="en-US"/>
              <a:t>流程差異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500EF154-4C8C-267A-4918-034671801BD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zh-TW" altLang="en-US"/>
              <a:t>過往流程</a:t>
            </a:r>
            <a:r>
              <a:rPr lang="en-US" altLang="zh-TW"/>
              <a:t>- </a:t>
            </a:r>
            <a:r>
              <a:rPr lang="zh-TW" altLang="en-US"/>
              <a:t>同一內帳帳本硬拆</a:t>
            </a:r>
            <a:endParaRPr lang="en-US" altLang="zh-TW"/>
          </a:p>
          <a:p>
            <a:endParaRPr lang="en-US" altLang="zh-TW"/>
          </a:p>
          <a:p>
            <a:pPr marL="914400" lvl="1" indent="-457200">
              <a:buFont typeface="+mj-lt"/>
              <a:buAutoNum type="arabicPeriod"/>
            </a:pPr>
            <a:r>
              <a:rPr lang="zh-TW" altLang="en-US">
                <a:solidFill>
                  <a:schemeClr val="accent6"/>
                </a:solidFill>
              </a:rPr>
              <a:t>採購生管業務協作各種單據</a:t>
            </a:r>
            <a:r>
              <a:rPr lang="en-US" altLang="zh-TW">
                <a:solidFill>
                  <a:schemeClr val="accent6"/>
                </a:solidFill>
              </a:rPr>
              <a:t>QQ/XQ….</a:t>
            </a:r>
          </a:p>
          <a:p>
            <a:pPr marL="914400" lvl="1" indent="-457200">
              <a:buFont typeface="+mj-lt"/>
              <a:buAutoNum type="arabicPeriod"/>
            </a:pPr>
            <a:r>
              <a:rPr lang="zh-TW" altLang="en-US">
                <a:solidFill>
                  <a:schemeClr val="accent5">
                    <a:lumMod val="60000"/>
                    <a:lumOff val="40000"/>
                  </a:schemeClr>
                </a:solidFill>
              </a:rPr>
              <a:t>生管每周多料分析對比</a:t>
            </a:r>
            <a:r>
              <a:rPr lang="zh-TW" altLang="en-US">
                <a:solidFill>
                  <a:srgbClr val="00B050"/>
                </a:solidFill>
              </a:rPr>
              <a:t>單據</a:t>
            </a:r>
            <a:r>
              <a:rPr lang="en-US" altLang="zh-TW">
                <a:solidFill>
                  <a:srgbClr val="00B050"/>
                </a:solidFill>
              </a:rPr>
              <a:t>1</a:t>
            </a:r>
          </a:p>
          <a:p>
            <a:pPr marL="914400" lvl="1" indent="-457200">
              <a:buFont typeface="+mj-lt"/>
              <a:buAutoNum type="arabicPeriod"/>
            </a:pPr>
            <a:r>
              <a:rPr lang="zh-TW" altLang="en-US">
                <a:solidFill>
                  <a:srgbClr val="C00000"/>
                </a:solidFill>
              </a:rPr>
              <a:t>產生手工預採帳</a:t>
            </a:r>
            <a:r>
              <a:rPr lang="en-US" altLang="zh-TW">
                <a:solidFill>
                  <a:srgbClr val="C00000"/>
                </a:solidFill>
              </a:rPr>
              <a:t>/</a:t>
            </a:r>
            <a:r>
              <a:rPr lang="zh-TW" altLang="en-US">
                <a:solidFill>
                  <a:srgbClr val="C00000"/>
                </a:solidFill>
              </a:rPr>
              <a:t>月底出帳</a:t>
            </a:r>
            <a:endParaRPr lang="en-US" altLang="zh-TW">
              <a:solidFill>
                <a:srgbClr val="C00000"/>
              </a:solidFill>
            </a:endParaRPr>
          </a:p>
          <a:p>
            <a:pPr marL="914400" lvl="1" indent="-457200">
              <a:buFont typeface="+mj-lt"/>
              <a:buAutoNum type="arabicPeriod"/>
            </a:pPr>
            <a:r>
              <a:rPr lang="zh-TW" altLang="en-US">
                <a:solidFill>
                  <a:srgbClr val="0070C0"/>
                </a:solidFill>
              </a:rPr>
              <a:t>業務跟客戶核對</a:t>
            </a:r>
            <a:r>
              <a:rPr lang="en-US" altLang="zh-TW">
                <a:solidFill>
                  <a:srgbClr val="0070C0"/>
                </a:solidFill>
              </a:rPr>
              <a:t>(</a:t>
            </a:r>
            <a:r>
              <a:rPr lang="zh-TW" altLang="en-US">
                <a:solidFill>
                  <a:srgbClr val="0070C0"/>
                </a:solidFill>
              </a:rPr>
              <a:t>客戶小本本</a:t>
            </a:r>
            <a:r>
              <a:rPr lang="en-US" altLang="zh-TW">
                <a:solidFill>
                  <a:srgbClr val="0070C0"/>
                </a:solidFill>
              </a:rPr>
              <a:t>)</a:t>
            </a:r>
          </a:p>
          <a:p>
            <a:pPr lvl="2"/>
            <a:endParaRPr lang="en-US" altLang="zh-TW" sz="1900">
              <a:solidFill>
                <a:schemeClr val="bg1">
                  <a:lumMod val="50000"/>
                </a:schemeClr>
              </a:solidFill>
            </a:endParaRPr>
          </a:p>
          <a:p>
            <a:pPr lvl="2"/>
            <a:r>
              <a:rPr lang="zh-TW" altLang="en-US" sz="1900">
                <a:solidFill>
                  <a:schemeClr val="bg1">
                    <a:lumMod val="50000"/>
                  </a:schemeClr>
                </a:solidFill>
              </a:rPr>
              <a:t>生管手工追查</a:t>
            </a:r>
            <a:endParaRPr lang="en-US" altLang="zh-TW" sz="1900">
              <a:solidFill>
                <a:schemeClr val="bg1">
                  <a:lumMod val="50000"/>
                </a:schemeClr>
              </a:solidFill>
            </a:endParaRPr>
          </a:p>
          <a:p>
            <a:pPr lvl="2"/>
            <a:endParaRPr lang="en-US" altLang="zh-TW" sz="1900">
              <a:solidFill>
                <a:schemeClr val="bg1">
                  <a:lumMod val="50000"/>
                </a:schemeClr>
              </a:solidFill>
            </a:endParaRPr>
          </a:p>
          <a:p>
            <a:pPr lvl="2"/>
            <a:r>
              <a:rPr lang="zh-TW" altLang="en-US" sz="1900"/>
              <a:t>修正手工預採帳</a:t>
            </a:r>
            <a:endParaRPr lang="en-US" altLang="zh-TW" sz="1900"/>
          </a:p>
          <a:p>
            <a:pPr lvl="1"/>
            <a:endParaRPr lang="zh-TW" altLang="en-US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F1280303-F82F-382F-FD18-E5EB76D0EF8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r>
              <a:rPr lang="zh-TW" altLang="en-US"/>
              <a:t>新流程</a:t>
            </a:r>
            <a:r>
              <a:rPr lang="en-US" altLang="zh-TW"/>
              <a:t>- </a:t>
            </a:r>
            <a:r>
              <a:rPr lang="zh-TW" altLang="en-US"/>
              <a:t>依客戶區分外帳帳本</a:t>
            </a:r>
            <a:endParaRPr lang="en-US" altLang="zh-TW"/>
          </a:p>
          <a:p>
            <a:endParaRPr lang="en-US" altLang="zh-TW"/>
          </a:p>
          <a:p>
            <a:pPr marL="914400" lvl="1" indent="-457200">
              <a:buFont typeface="+mj-lt"/>
              <a:buAutoNum type="arabicPeriod"/>
            </a:pPr>
            <a:r>
              <a:rPr lang="zh-TW" altLang="en-US">
                <a:solidFill>
                  <a:schemeClr val="accent6"/>
                </a:solidFill>
              </a:rPr>
              <a:t>採購生管業務協作各種單據</a:t>
            </a:r>
            <a:r>
              <a:rPr lang="en-US" altLang="zh-TW">
                <a:solidFill>
                  <a:schemeClr val="accent6"/>
                </a:solidFill>
              </a:rPr>
              <a:t>QQ/XQ….</a:t>
            </a:r>
          </a:p>
          <a:p>
            <a:pPr marL="914400" lvl="1" indent="-457200">
              <a:buFont typeface="+mj-lt"/>
              <a:buAutoNum type="arabicPeriod"/>
            </a:pPr>
            <a:r>
              <a:rPr lang="zh-TW" altLang="en-US">
                <a:solidFill>
                  <a:srgbClr val="C00000"/>
                </a:solidFill>
              </a:rPr>
              <a:t>自動產生系統預採帳</a:t>
            </a:r>
            <a:r>
              <a:rPr lang="en-US" altLang="zh-TW">
                <a:solidFill>
                  <a:srgbClr val="C00000"/>
                </a:solidFill>
              </a:rPr>
              <a:t>/</a:t>
            </a:r>
            <a:r>
              <a:rPr lang="zh-TW" altLang="en-US">
                <a:solidFill>
                  <a:srgbClr val="C00000"/>
                </a:solidFill>
              </a:rPr>
              <a:t>月底出帳</a:t>
            </a:r>
            <a:endParaRPr lang="en-US" altLang="zh-TW">
              <a:solidFill>
                <a:srgbClr val="C00000"/>
              </a:solidFill>
            </a:endParaRPr>
          </a:p>
          <a:p>
            <a:pPr marL="914400" lvl="1" indent="-457200">
              <a:buFont typeface="+mj-lt"/>
              <a:buAutoNum type="arabicPeriod"/>
            </a:pPr>
            <a:r>
              <a:rPr lang="zh-TW" altLang="en-US">
                <a:solidFill>
                  <a:srgbClr val="0070C0"/>
                </a:solidFill>
              </a:rPr>
              <a:t>內外帳雙向比對</a:t>
            </a:r>
            <a:endParaRPr lang="en-US" altLang="zh-TW">
              <a:solidFill>
                <a:srgbClr val="0070C0"/>
              </a:solidFill>
            </a:endParaRPr>
          </a:p>
          <a:p>
            <a:pPr lvl="2"/>
            <a:r>
              <a:rPr lang="zh-TW" altLang="en-US">
                <a:solidFill>
                  <a:schemeClr val="accent5">
                    <a:lumMod val="60000"/>
                    <a:lumOff val="40000"/>
                  </a:schemeClr>
                </a:solidFill>
              </a:rPr>
              <a:t>生管每月多料分析對比</a:t>
            </a:r>
            <a:r>
              <a:rPr lang="zh-TW" altLang="en-US">
                <a:solidFill>
                  <a:srgbClr val="00B050"/>
                </a:solidFill>
              </a:rPr>
              <a:t>單據</a:t>
            </a:r>
            <a:r>
              <a:rPr lang="en-US" altLang="zh-TW">
                <a:solidFill>
                  <a:srgbClr val="C00000"/>
                </a:solidFill>
              </a:rPr>
              <a:t>+</a:t>
            </a:r>
            <a:r>
              <a:rPr lang="zh-TW" altLang="en-US">
                <a:solidFill>
                  <a:srgbClr val="C00000"/>
                </a:solidFill>
              </a:rPr>
              <a:t>帳</a:t>
            </a:r>
            <a:endParaRPr lang="en-US" altLang="zh-TW">
              <a:solidFill>
                <a:srgbClr val="C00000"/>
              </a:solidFill>
            </a:endParaRPr>
          </a:p>
          <a:p>
            <a:pPr lvl="2"/>
            <a:r>
              <a:rPr lang="zh-TW" altLang="en-US">
                <a:solidFill>
                  <a:srgbClr val="0070C0"/>
                </a:solidFill>
              </a:rPr>
              <a:t>業務跟客戶核對 </a:t>
            </a:r>
            <a:r>
              <a:rPr lang="en-US" altLang="zh-TW">
                <a:solidFill>
                  <a:srgbClr val="0070C0"/>
                </a:solidFill>
              </a:rPr>
              <a:t>(</a:t>
            </a:r>
            <a:r>
              <a:rPr lang="zh-TW" altLang="en-US">
                <a:solidFill>
                  <a:srgbClr val="0070C0"/>
                </a:solidFill>
              </a:rPr>
              <a:t>客戶小本本</a:t>
            </a:r>
            <a:r>
              <a:rPr lang="en-US" altLang="zh-TW">
                <a:solidFill>
                  <a:srgbClr val="0070C0"/>
                </a:solidFill>
              </a:rPr>
              <a:t>)</a:t>
            </a:r>
          </a:p>
          <a:p>
            <a:pPr lvl="2"/>
            <a:r>
              <a:rPr lang="en-US" altLang="zh-TW">
                <a:solidFill>
                  <a:schemeClr val="bg1">
                    <a:lumMod val="50000"/>
                  </a:schemeClr>
                </a:solidFill>
              </a:rPr>
              <a:t>IT+</a:t>
            </a:r>
            <a:r>
              <a:rPr lang="zh-TW" altLang="en-US">
                <a:solidFill>
                  <a:schemeClr val="bg1">
                    <a:lumMod val="50000"/>
                  </a:schemeClr>
                </a:solidFill>
              </a:rPr>
              <a:t>系統</a:t>
            </a:r>
            <a:r>
              <a:rPr lang="en-US" altLang="zh-TW">
                <a:solidFill>
                  <a:schemeClr val="bg1">
                    <a:lumMod val="50000"/>
                  </a:schemeClr>
                </a:solidFill>
              </a:rPr>
              <a:t>+AI</a:t>
            </a:r>
            <a:r>
              <a:rPr lang="zh-TW" altLang="en-US">
                <a:solidFill>
                  <a:schemeClr val="bg1">
                    <a:lumMod val="50000"/>
                  </a:schemeClr>
                </a:solidFill>
              </a:rPr>
              <a:t>追查</a:t>
            </a:r>
            <a:endParaRPr lang="en-US" altLang="zh-TW">
              <a:solidFill>
                <a:schemeClr val="bg1">
                  <a:lumMod val="50000"/>
                </a:schemeClr>
              </a:solidFill>
            </a:endParaRPr>
          </a:p>
          <a:p>
            <a:pPr lvl="2"/>
            <a:endParaRPr lang="en-US" altLang="zh-TW">
              <a:solidFill>
                <a:schemeClr val="bg1">
                  <a:lumMod val="50000"/>
                </a:schemeClr>
              </a:solidFill>
            </a:endParaRPr>
          </a:p>
          <a:p>
            <a:pPr lvl="2"/>
            <a:r>
              <a:rPr lang="zh-TW" altLang="en-US"/>
              <a:t>修正系統預採帳</a:t>
            </a:r>
            <a:endParaRPr lang="en-US" altLang="zh-TW"/>
          </a:p>
          <a:p>
            <a:endParaRPr lang="zh-TW" altLang="en-US"/>
          </a:p>
        </p:txBody>
      </p:sp>
      <p:sp>
        <p:nvSpPr>
          <p:cNvPr id="6" name="箭號: 左-右雙向 5">
            <a:extLst>
              <a:ext uri="{FF2B5EF4-FFF2-40B4-BE49-F238E27FC236}">
                <a16:creationId xmlns:a16="http://schemas.microsoft.com/office/drawing/2014/main" id="{FF4E4E5F-E9C4-EFA4-640A-545A97B6EC7C}"/>
              </a:ext>
            </a:extLst>
          </p:cNvPr>
          <p:cNvSpPr/>
          <p:nvPr/>
        </p:nvSpPr>
        <p:spPr>
          <a:xfrm>
            <a:off x="5619107" y="2363056"/>
            <a:ext cx="801385" cy="380143"/>
          </a:xfrm>
          <a:prstGeom prst="left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056408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2B0EFB4-A11B-8339-AECE-009CE35938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/>
              <a:t>預採帳</a:t>
            </a:r>
            <a:r>
              <a:rPr lang="en-US" altLang="zh-TW"/>
              <a:t>MOQ</a:t>
            </a:r>
            <a:r>
              <a:rPr lang="zh-TW" altLang="en-US"/>
              <a:t>分析對應摘要</a:t>
            </a:r>
            <a:r>
              <a:rPr lang="en-US" altLang="zh-TW"/>
              <a:t>-</a:t>
            </a:r>
            <a:r>
              <a:rPr lang="zh-TW" altLang="en-US"/>
              <a:t>差距有對上</a:t>
            </a:r>
            <a:br>
              <a:rPr lang="en-US" altLang="zh-TW"/>
            </a:br>
            <a:r>
              <a:rPr lang="zh-TW" altLang="en-US" sz="2400"/>
              <a:t>三大主因</a:t>
            </a:r>
            <a:r>
              <a:rPr lang="en-US" altLang="zh-TW" sz="2400"/>
              <a:t>:</a:t>
            </a:r>
            <a:r>
              <a:rPr lang="zh-TW" altLang="en-US" sz="2400"/>
              <a:t> </a:t>
            </a:r>
            <a:r>
              <a:rPr lang="en-US" altLang="zh-TW" sz="2400" u="sng"/>
              <a:t>MOQ</a:t>
            </a:r>
            <a:r>
              <a:rPr lang="zh-TW" altLang="en-US" sz="2400" u="sng"/>
              <a:t>漏轉入</a:t>
            </a:r>
            <a:r>
              <a:rPr lang="en-US" altLang="zh-TW" sz="2400" u="sng"/>
              <a:t>/BOM</a:t>
            </a:r>
            <a:r>
              <a:rPr lang="zh-TW" sz="2400" u="sng"/>
              <a:t>程式超轉出</a:t>
            </a:r>
            <a:r>
              <a:rPr lang="en-US" altLang="zh-TW" sz="2400" u="sng"/>
              <a:t>/</a:t>
            </a:r>
            <a:r>
              <a:rPr lang="zh-TW" altLang="en-US" sz="2400" u="sng"/>
              <a:t>無單價</a:t>
            </a:r>
            <a:r>
              <a:rPr lang="zh-TW" altLang="en-US" sz="2400"/>
              <a:t> </a:t>
            </a:r>
            <a:r>
              <a:rPr lang="en-US" altLang="zh-TW" sz="2400"/>
              <a:t>~</a:t>
            </a:r>
            <a:r>
              <a:rPr lang="en-US" altLang="zh-TW" sz="2400">
                <a:solidFill>
                  <a:srgbClr val="FFC000"/>
                </a:solidFill>
              </a:rPr>
              <a:t>1.7M RMB</a:t>
            </a:r>
            <a:r>
              <a:rPr lang="zh-TW" altLang="en-US" sz="2400">
                <a:solidFill>
                  <a:srgbClr val="FFC000"/>
                </a:solidFill>
              </a:rPr>
              <a:t>  </a:t>
            </a:r>
            <a:r>
              <a:rPr lang="en-US" altLang="zh-TW" sz="1600" i="1"/>
              <a:t>(</a:t>
            </a:r>
            <a:r>
              <a:rPr lang="zh-TW" altLang="en-US" sz="1600" i="1"/>
              <a:t>抓大放小 </a:t>
            </a:r>
            <a:r>
              <a:rPr lang="en-US" altLang="zh-TW" sz="1600" i="1"/>
              <a:t>3000</a:t>
            </a:r>
            <a:r>
              <a:rPr lang="zh-TW" altLang="en-US" sz="1600" i="1"/>
              <a:t> </a:t>
            </a:r>
            <a:r>
              <a:rPr lang="en-US" altLang="zh-TW" sz="1600" i="1"/>
              <a:t>USD)</a:t>
            </a:r>
            <a:endParaRPr lang="zh-TW" altLang="en-US" sz="1600" i="1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368CCF78-F746-7C4E-4EC5-B1C000D8A6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911353"/>
            <a:ext cx="10452683" cy="4269110"/>
          </a:xfrm>
          <a:prstGeom prst="rect">
            <a:avLst/>
          </a:prstGeom>
        </p:spPr>
      </p:pic>
      <p:sp>
        <p:nvSpPr>
          <p:cNvPr id="14" name="橢圓 13">
            <a:extLst>
              <a:ext uri="{FF2B5EF4-FFF2-40B4-BE49-F238E27FC236}">
                <a16:creationId xmlns:a16="http://schemas.microsoft.com/office/drawing/2014/main" id="{532EF9DB-F425-B827-5172-85C175164093}"/>
              </a:ext>
            </a:extLst>
          </p:cNvPr>
          <p:cNvSpPr/>
          <p:nvPr/>
        </p:nvSpPr>
        <p:spPr>
          <a:xfrm>
            <a:off x="7078894" y="5836279"/>
            <a:ext cx="1767155" cy="68836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6101665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8A2F72-16F1-49C2-8D6E-CC01909AAE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AF05EF4-7EDE-497D-9556-E0F229D243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4000"/>
              <a:t>案例分析說明 </a:t>
            </a:r>
            <a:br>
              <a:rPr lang="en-US" altLang="zh-TW" sz="4000">
                <a:solidFill>
                  <a:srgbClr val="C00000"/>
                </a:solidFill>
              </a:rPr>
            </a:br>
            <a:r>
              <a:rPr lang="zh-TW" altLang="en-US" sz="4000">
                <a:solidFill>
                  <a:srgbClr val="C00000"/>
                </a:solidFill>
              </a:rPr>
              <a:t>補 </a:t>
            </a:r>
            <a:r>
              <a:rPr lang="en-US" altLang="zh-TW" sz="4000">
                <a:solidFill>
                  <a:srgbClr val="C00000"/>
                </a:solidFill>
              </a:rPr>
              <a:t>MOQ</a:t>
            </a:r>
            <a:r>
              <a:rPr lang="zh-TW" altLang="en-US" sz="4000">
                <a:solidFill>
                  <a:srgbClr val="C00000"/>
                </a:solidFill>
              </a:rPr>
              <a:t> 未轉入預採帳</a:t>
            </a:r>
            <a:endParaRPr lang="en-US" altLang="zh-TW" sz="4000">
              <a:solidFill>
                <a:srgbClr val="C00000"/>
              </a:solidFill>
            </a:endParaRP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3973EF8C-3617-B9C4-38DE-2BC34282A5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lvl="1" indent="-457200">
              <a:buFont typeface="+mj-lt"/>
              <a:buAutoNum type="arabicPeriod"/>
            </a:pPr>
            <a:r>
              <a:rPr lang="en-US" altLang="zh-TW"/>
              <a:t>MOQ</a:t>
            </a:r>
            <a:r>
              <a:rPr lang="zh-TW" altLang="en-US"/>
              <a:t> 單</a:t>
            </a:r>
            <a:r>
              <a:rPr lang="zh-TW" altLang="en-US">
                <a:solidFill>
                  <a:srgbClr val="FF0000"/>
                </a:solidFill>
              </a:rPr>
              <a:t>零單價</a:t>
            </a:r>
            <a:r>
              <a:rPr lang="zh-TW" altLang="en-US"/>
              <a:t>未產生 </a:t>
            </a:r>
            <a:r>
              <a:rPr lang="en-US" altLang="zh-TW"/>
              <a:t>XQ</a:t>
            </a:r>
            <a:r>
              <a:rPr lang="zh-TW" altLang="en-US"/>
              <a:t> 單 </a:t>
            </a:r>
            <a:r>
              <a:rPr lang="en-US" altLang="zh-TW"/>
              <a:t>(</a:t>
            </a:r>
            <a:r>
              <a:rPr lang="zh-TW" altLang="en-US"/>
              <a:t>預採帳</a:t>
            </a:r>
            <a:r>
              <a:rPr lang="en-US" altLang="zh-TW"/>
              <a:t>)</a:t>
            </a:r>
            <a:r>
              <a:rPr lang="zh-TW" altLang="en-US"/>
              <a:t>。</a:t>
            </a:r>
            <a:endParaRPr lang="en-US" altLang="zh-TW"/>
          </a:p>
          <a:p>
            <a:pPr marL="457200" lvl="1" indent="-457200">
              <a:buFont typeface="+mj-lt"/>
              <a:buAutoNum type="arabicPeriod"/>
            </a:pPr>
            <a:r>
              <a:rPr lang="zh-TW" altLang="en-US"/>
              <a:t>訂單進版：未記錄進版原詢單單號，以為詢單未轉正 </a:t>
            </a:r>
            <a:r>
              <a:rPr lang="en-US" altLang="zh-TW"/>
              <a:t>(</a:t>
            </a:r>
            <a:r>
              <a:rPr lang="zh-TW" altLang="en-US"/>
              <a:t>已修復</a:t>
            </a:r>
            <a:r>
              <a:rPr lang="en-US" altLang="zh-TW"/>
              <a:t>)</a:t>
            </a:r>
          </a:p>
          <a:p>
            <a:pPr marL="457200" lvl="1" indent="-457200">
              <a:buFont typeface="+mj-lt"/>
              <a:buAutoNum type="arabicPeriod"/>
            </a:pPr>
            <a:r>
              <a:rPr lang="zh-TW" altLang="en-US"/>
              <a:t>訂單加量：</a:t>
            </a:r>
            <a:r>
              <a:rPr lang="en-US" altLang="zh-TW"/>
              <a:t>MOQ</a:t>
            </a:r>
            <a:r>
              <a:rPr lang="zh-TW" altLang="en-US"/>
              <a:t> 的 </a:t>
            </a:r>
            <a:r>
              <a:rPr lang="en-US" altLang="zh-TW"/>
              <a:t>XQ</a:t>
            </a:r>
            <a:r>
              <a:rPr lang="zh-TW" altLang="en-US"/>
              <a:t> 產生日期，是抓詢單上訂單的確認日期，例如：</a:t>
            </a:r>
            <a:r>
              <a:rPr lang="en-US" altLang="zh-TW"/>
              <a:t>202512</a:t>
            </a:r>
            <a:r>
              <a:rPr lang="zh-TW" altLang="en-US"/>
              <a:t> 月加量，原訂單是 </a:t>
            </a:r>
            <a:r>
              <a:rPr lang="en-US" altLang="zh-TW"/>
              <a:t>202507</a:t>
            </a:r>
            <a:r>
              <a:rPr lang="zh-TW" altLang="en-US"/>
              <a:t>，故 </a:t>
            </a:r>
            <a:r>
              <a:rPr lang="en-US" altLang="zh-TW"/>
              <a:t>202512</a:t>
            </a:r>
            <a:r>
              <a:rPr lang="zh-TW" altLang="en-US"/>
              <a:t> 月結，不會產生此 </a:t>
            </a:r>
            <a:r>
              <a:rPr lang="en-US" altLang="zh-TW"/>
              <a:t>XQ</a:t>
            </a:r>
            <a:r>
              <a:rPr lang="zh-TW" altLang="en-US"/>
              <a:t> 單。</a:t>
            </a:r>
            <a:r>
              <a:rPr lang="en-US" altLang="zh-TW"/>
              <a:t>(</a:t>
            </a:r>
            <a:r>
              <a:rPr lang="zh-TW" altLang="en-US"/>
              <a:t>已修復</a:t>
            </a:r>
            <a:r>
              <a:rPr lang="en-US" altLang="zh-TW"/>
              <a:t>)</a:t>
            </a:r>
          </a:p>
          <a:p>
            <a:pPr marL="457200" lvl="1" indent="-457200">
              <a:buFont typeface="+mj-lt"/>
              <a:buAutoNum type="arabicPeriod"/>
            </a:pPr>
            <a:r>
              <a:rPr lang="zh-TW" altLang="en-US"/>
              <a:t>影響金額：</a:t>
            </a:r>
            <a:r>
              <a:rPr lang="en-US" altLang="zh-TW"/>
              <a:t>G1</a:t>
            </a:r>
            <a:r>
              <a:rPr lang="zh-TW" altLang="en-US"/>
              <a:t> 約 </a:t>
            </a:r>
            <a:r>
              <a:rPr lang="en-US" altLang="zh-TW"/>
              <a:t>USD $12</a:t>
            </a:r>
            <a:r>
              <a:rPr lang="zh-TW" altLang="en-US"/>
              <a:t>萬</a:t>
            </a:r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7510478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1">
            <a:extLst>
              <a:ext uri="{FF2B5EF4-FFF2-40B4-BE49-F238E27FC236}">
                <a16:creationId xmlns:a16="http://schemas.microsoft.com/office/drawing/2014/main" id="{EB29ED48-FD0A-ECC6-CD6E-EA2E2E65A2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4000"/>
              <a:t>案例分析說明 </a:t>
            </a:r>
            <a:br>
              <a:rPr lang="en-US" altLang="zh-TW" sz="4000">
                <a:solidFill>
                  <a:srgbClr val="C00000"/>
                </a:solidFill>
              </a:rPr>
            </a:br>
            <a:r>
              <a:rPr lang="zh-TW" altLang="en-US" sz="4000">
                <a:solidFill>
                  <a:srgbClr val="C00000"/>
                </a:solidFill>
              </a:rPr>
              <a:t>補</a:t>
            </a:r>
            <a:r>
              <a:rPr lang="en-US" altLang="zh-TW" sz="4000">
                <a:solidFill>
                  <a:srgbClr val="C00000"/>
                </a:solidFill>
              </a:rPr>
              <a:t>MOQ</a:t>
            </a:r>
            <a:r>
              <a:rPr lang="zh-TW" altLang="en-US" sz="4000">
                <a:solidFill>
                  <a:srgbClr val="C00000"/>
                </a:solidFill>
              </a:rPr>
              <a:t>未轉入預採帳</a:t>
            </a:r>
            <a:endParaRPr lang="en-US" altLang="zh-TW" sz="4000">
              <a:solidFill>
                <a:srgbClr val="C00000"/>
              </a:solidFill>
            </a:endParaRPr>
          </a:p>
        </p:txBody>
      </p:sp>
      <p:sp>
        <p:nvSpPr>
          <p:cNvPr id="7" name="內容版面配置區 6">
            <a:extLst>
              <a:ext uri="{FF2B5EF4-FFF2-40B4-BE49-F238E27FC236}">
                <a16:creationId xmlns:a16="http://schemas.microsoft.com/office/drawing/2014/main" id="{5BE6CC18-B58F-4579-5C33-D88D263020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1" indent="-457200">
              <a:buFont typeface="+mj-lt"/>
              <a:buAutoNum type="arabicPeriod"/>
            </a:pPr>
            <a:r>
              <a:rPr lang="zh-TW" altLang="en-US"/>
              <a:t>程式由於日期更動造成，有QQ的部分遺漏轉列入預採帳。</a:t>
            </a:r>
            <a:endParaRPr lang="en-US" altLang="zh-TW"/>
          </a:p>
          <a:p>
            <a:pPr marL="457200" lvl="1" indent="-457200">
              <a:buFont typeface="+mj-lt"/>
              <a:buAutoNum type="arabicPeriod"/>
            </a:pPr>
            <a:endParaRPr lang="zh-TW" altLang="en-US"/>
          </a:p>
          <a:p>
            <a:pPr marL="457200" lvl="1" indent="-457200">
              <a:buAutoNum type="arabicPeriod"/>
            </a:pPr>
            <a:r>
              <a:rPr lang="zh-TW" altLang="en-US"/>
              <a:t>影響金額：Graco </a:t>
            </a:r>
            <a:r>
              <a:rPr lang="en-US" altLang="zh-TW"/>
              <a:t>USD</a:t>
            </a:r>
            <a:r>
              <a:rPr lang="zh-TW" altLang="en-US"/>
              <a:t> $</a:t>
            </a:r>
            <a:r>
              <a:rPr lang="en-US" altLang="zh-TW"/>
              <a:t>113,887</a:t>
            </a:r>
            <a:endParaRPr lang="zh-TW" altLang="en-US">
              <a:solidFill>
                <a:srgbClr val="FF0000"/>
              </a:solidFill>
            </a:endParaRPr>
          </a:p>
          <a:p>
            <a:endParaRPr lang="zh-TW" altLang="en-US"/>
          </a:p>
        </p:txBody>
      </p:sp>
      <p:pic>
        <p:nvPicPr>
          <p:cNvPr id="12" name="圖片 11">
            <a:extLst>
              <a:ext uri="{FF2B5EF4-FFF2-40B4-BE49-F238E27FC236}">
                <a16:creationId xmlns:a16="http://schemas.microsoft.com/office/drawing/2014/main" id="{B590A359-5698-5F04-9FC2-4127E39656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636" y="2986604"/>
            <a:ext cx="10274732" cy="3991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31998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4EB147-509F-79BE-11D1-89DF82C5DF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1">
            <a:extLst>
              <a:ext uri="{FF2B5EF4-FFF2-40B4-BE49-F238E27FC236}">
                <a16:creationId xmlns:a16="http://schemas.microsoft.com/office/drawing/2014/main" id="{658160BD-1AAE-7373-4345-6215C90BD4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4000"/>
              <a:t>案例分析說明 </a:t>
            </a:r>
            <a:br>
              <a:rPr lang="en-US" altLang="zh-TW" sz="4000">
                <a:solidFill>
                  <a:srgbClr val="C00000"/>
                </a:solidFill>
              </a:rPr>
            </a:br>
            <a:r>
              <a:rPr lang="zh-TW" altLang="en-US" sz="4000">
                <a:solidFill>
                  <a:srgbClr val="C00000"/>
                </a:solidFill>
              </a:rPr>
              <a:t>補</a:t>
            </a:r>
            <a:r>
              <a:rPr lang="en-US" altLang="zh-TW" sz="4000">
                <a:solidFill>
                  <a:srgbClr val="C00000"/>
                </a:solidFill>
              </a:rPr>
              <a:t>XJ </a:t>
            </a:r>
            <a:r>
              <a:rPr lang="zh-TW" altLang="en-US" sz="4000">
                <a:solidFill>
                  <a:srgbClr val="C00000"/>
                </a:solidFill>
              </a:rPr>
              <a:t>未轉入預採帳</a:t>
            </a:r>
            <a:endParaRPr lang="en-US" altLang="zh-TW" sz="4000">
              <a:solidFill>
                <a:srgbClr val="C00000"/>
              </a:solidFill>
            </a:endParaRPr>
          </a:p>
        </p:txBody>
      </p:sp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EB4FD282-6CA0-5583-4861-83420CF0C0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1" indent="-457200">
              <a:buFont typeface="+mj-lt"/>
              <a:buAutoNum type="arabicPeriod"/>
            </a:pPr>
            <a:r>
              <a:rPr lang="zh-TW" altLang="en-US"/>
              <a:t>程式由於</a:t>
            </a:r>
            <a:r>
              <a:rPr lang="zh-TW" altLang="en-US">
                <a:solidFill>
                  <a:srgbClr val="FF0000"/>
                </a:solidFill>
              </a:rPr>
              <a:t>零單價</a:t>
            </a:r>
            <a:r>
              <a:rPr lang="zh-TW" altLang="en-US"/>
              <a:t>造成漏轉列入預採帳。</a:t>
            </a:r>
            <a:endParaRPr lang="en-US" altLang="zh-TW"/>
          </a:p>
          <a:p>
            <a:pPr marL="457200" lvl="1" indent="-457200">
              <a:buFont typeface="+mj-lt"/>
              <a:buAutoNum type="arabicPeriod"/>
            </a:pPr>
            <a:r>
              <a:rPr lang="en-US" altLang="zh-TW"/>
              <a:t>XJ</a:t>
            </a:r>
            <a:r>
              <a:rPr lang="zh-TW" altLang="en-US"/>
              <a:t> 的 </a:t>
            </a:r>
            <a:r>
              <a:rPr lang="en-US" altLang="zh-TW"/>
              <a:t>XQ</a:t>
            </a:r>
            <a:r>
              <a:rPr lang="zh-TW" altLang="en-US"/>
              <a:t> </a:t>
            </a:r>
            <a:r>
              <a:rPr lang="zh-TW" altLang="en-US">
                <a:solidFill>
                  <a:srgbClr val="FF0000"/>
                </a:solidFill>
              </a:rPr>
              <a:t>產生日期</a:t>
            </a:r>
            <a:r>
              <a:rPr lang="zh-TW" altLang="en-US"/>
              <a:t>，是用 </a:t>
            </a:r>
            <a:r>
              <a:rPr lang="en-US" altLang="zh-TW"/>
              <a:t>XJ</a:t>
            </a:r>
            <a:r>
              <a:rPr lang="zh-TW" altLang="en-US"/>
              <a:t> 訂單上的確認日期，例如：訂單是 </a:t>
            </a:r>
            <a:r>
              <a:rPr lang="en-US" altLang="zh-TW"/>
              <a:t>202506</a:t>
            </a:r>
            <a:r>
              <a:rPr lang="zh-TW" altLang="en-US"/>
              <a:t> 確認，但</a:t>
            </a:r>
            <a:r>
              <a:rPr lang="en-US" altLang="zh-TW"/>
              <a:t>202509</a:t>
            </a:r>
            <a:r>
              <a:rPr lang="zh-TW" altLang="en-US"/>
              <a:t> 取消，於 </a:t>
            </a:r>
            <a:r>
              <a:rPr lang="en-US" altLang="zh-TW"/>
              <a:t>202509</a:t>
            </a:r>
            <a:r>
              <a:rPr lang="zh-TW" altLang="en-US"/>
              <a:t>月結時，誤以為此訂單取消為 </a:t>
            </a:r>
            <a:r>
              <a:rPr lang="en-US" altLang="zh-TW"/>
              <a:t>202506</a:t>
            </a:r>
            <a:r>
              <a:rPr lang="zh-TW" altLang="en-US"/>
              <a:t>，故未抓取產生。 程式已修復為 </a:t>
            </a:r>
            <a:r>
              <a:rPr lang="en-US" altLang="zh-TW"/>
              <a:t>XJ</a:t>
            </a:r>
            <a:r>
              <a:rPr lang="zh-TW" altLang="en-US"/>
              <a:t> 單上的業務確認日期。</a:t>
            </a:r>
            <a:r>
              <a:rPr lang="en-US" altLang="zh-TW"/>
              <a:t>(</a:t>
            </a:r>
            <a:r>
              <a:rPr lang="zh-TW" altLang="en-US"/>
              <a:t>已修復</a:t>
            </a:r>
            <a:r>
              <a:rPr lang="en-US" altLang="zh-TW"/>
              <a:t>)</a:t>
            </a:r>
            <a:endParaRPr lang="zh-TW" altLang="en-US"/>
          </a:p>
          <a:p>
            <a:pPr marL="457200" lvl="1" indent="-457200">
              <a:buAutoNum type="arabicPeriod"/>
            </a:pPr>
            <a:r>
              <a:rPr lang="zh-TW" altLang="en-US"/>
              <a:t>影響金額：Graco $</a:t>
            </a:r>
            <a:r>
              <a:rPr lang="en-US" altLang="zh-TW"/>
              <a:t>60,711 (J1 14,439)</a:t>
            </a:r>
            <a:endParaRPr lang="zh-TW" altLang="en-US">
              <a:solidFill>
                <a:srgbClr val="FF0000"/>
              </a:solidFill>
            </a:endParaRPr>
          </a:p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759367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F71A302-E733-D07A-443B-4A5D09D939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CFAB2B5-C1B7-C13F-30AA-65123B4455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F7836D0B-8866-CF8B-1E87-C3ED935CEE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114" y="1463417"/>
            <a:ext cx="11125772" cy="5029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97371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E89CF1-FB9E-5448-1DB3-BD904EF6C2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61C6D72-4585-8941-0D17-F595896387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4000"/>
              <a:t>案例分析說明</a:t>
            </a:r>
            <a:br>
              <a:rPr lang="en-US" altLang="zh-TW" sz="4000">
                <a:solidFill>
                  <a:srgbClr val="C00000"/>
                </a:solidFill>
              </a:rPr>
            </a:br>
            <a:r>
              <a:rPr lang="zh-TW" altLang="en-US" sz="4000">
                <a:solidFill>
                  <a:srgbClr val="C00000"/>
                </a:solidFill>
              </a:rPr>
              <a:t>超轉出 </a:t>
            </a:r>
            <a:r>
              <a:rPr lang="en-US" altLang="zh-TW" sz="4000">
                <a:solidFill>
                  <a:srgbClr val="C00000"/>
                </a:solidFill>
              </a:rPr>
              <a:t>1.</a:t>
            </a:r>
            <a:r>
              <a:rPr lang="zh-TW" altLang="en-US" sz="4000">
                <a:solidFill>
                  <a:srgbClr val="C00000"/>
                </a:solidFill>
              </a:rPr>
              <a:t>使用理論庫存扣用預採帳 </a:t>
            </a:r>
            <a:endParaRPr lang="en-US" altLang="zh-TW" sz="4000">
              <a:solidFill>
                <a:srgbClr val="C00000"/>
              </a:solidFill>
            </a:endParaRP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FEA9DA25-E929-3ED3-0950-EE3924AB6D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lvl="1" indent="-457200">
              <a:buFont typeface="+mj-lt"/>
              <a:buAutoNum type="arabicPeriod"/>
            </a:pPr>
            <a:r>
              <a:rPr lang="zh-TW" altLang="en-US"/>
              <a:t> 期初帳轉入問題：</a:t>
            </a:r>
            <a:r>
              <a:rPr lang="en-US" altLang="zh-TW"/>
              <a:t>GRACO</a:t>
            </a:r>
            <a:r>
              <a:rPr lang="zh-TW" altLang="en-US"/>
              <a:t> 首期以 </a:t>
            </a:r>
            <a:r>
              <a:rPr lang="en-US" altLang="zh-TW"/>
              <a:t>MRP</a:t>
            </a:r>
            <a:r>
              <a:rPr lang="zh-TW" altLang="en-US"/>
              <a:t> 理論庫存 </a:t>
            </a:r>
            <a:r>
              <a:rPr lang="en-US" altLang="zh-TW"/>
              <a:t>(</a:t>
            </a:r>
            <a:r>
              <a:rPr lang="zh-TW" altLang="en-US"/>
              <a:t>多料報表</a:t>
            </a:r>
            <a:r>
              <a:rPr lang="en-US" altLang="zh-TW"/>
              <a:t>)</a:t>
            </a:r>
            <a:r>
              <a:rPr lang="zh-TW" altLang="en-US"/>
              <a:t> 作預採帳，存在幾項差異</a:t>
            </a:r>
            <a:endParaRPr lang="en-US" altLang="zh-TW"/>
          </a:p>
          <a:p>
            <a:pPr marL="914400" lvl="2" indent="-457200"/>
            <a:r>
              <a:rPr lang="zh-TW" altLang="en-US"/>
              <a:t>時間差：</a:t>
            </a:r>
            <a:r>
              <a:rPr lang="en-US" altLang="zh-TW"/>
              <a:t>ERP</a:t>
            </a:r>
            <a:r>
              <a:rPr lang="zh-TW" altLang="en-US"/>
              <a:t> 為實時的數據，例如：採購報 </a:t>
            </a:r>
            <a:r>
              <a:rPr lang="en-US" altLang="zh-TW"/>
              <a:t>MOQ</a:t>
            </a:r>
            <a:r>
              <a:rPr lang="zh-TW" altLang="en-US"/>
              <a:t>，但還未下</a:t>
            </a:r>
            <a:r>
              <a:rPr lang="en-US" altLang="zh-TW"/>
              <a:t>PO</a:t>
            </a:r>
            <a:r>
              <a:rPr lang="zh-TW" altLang="en-US"/>
              <a:t>，從多料報表來看沒有多料，計算出客戶的預採帳應該減少。</a:t>
            </a:r>
            <a:endParaRPr lang="en-US" altLang="zh-TW"/>
          </a:p>
          <a:p>
            <a:pPr marL="914400" lvl="2" indent="-457200"/>
            <a:r>
              <a:rPr lang="zh-TW" altLang="en-US"/>
              <a:t>多料報表，未考慮單顆長交預採的餘數</a:t>
            </a:r>
            <a:endParaRPr lang="en-US" altLang="zh-TW"/>
          </a:p>
          <a:p>
            <a:pPr marL="914400" lvl="2" indent="-457200"/>
            <a:r>
              <a:rPr lang="zh-TW" altLang="en-US"/>
              <a:t>多料報表，未體現 </a:t>
            </a:r>
            <a:r>
              <a:rPr lang="en-US" altLang="zh-TW"/>
              <a:t>C</a:t>
            </a:r>
            <a:r>
              <a:rPr lang="zh-TW" altLang="en-US"/>
              <a:t> 類預採的數據。</a:t>
            </a:r>
            <a:endParaRPr lang="en-US" altLang="zh-TW"/>
          </a:p>
          <a:p>
            <a:pPr marL="457200" lvl="1" indent="-457200">
              <a:buFont typeface="+mj-lt"/>
              <a:buAutoNum type="arabicPeriod"/>
            </a:pPr>
            <a:r>
              <a:rPr lang="en-US" altLang="zh-TW"/>
              <a:t>202509</a:t>
            </a:r>
            <a:r>
              <a:rPr lang="zh-TW" altLang="en-US"/>
              <a:t> </a:t>
            </a:r>
            <a:r>
              <a:rPr lang="en-US" altLang="zh-TW"/>
              <a:t>~</a:t>
            </a:r>
            <a:r>
              <a:rPr lang="zh-TW" altLang="en-US"/>
              <a:t> 皆以 </a:t>
            </a:r>
            <a:r>
              <a:rPr lang="en-US" altLang="zh-TW"/>
              <a:t>LIABILITY</a:t>
            </a:r>
            <a:r>
              <a:rPr lang="zh-TW" altLang="en-US"/>
              <a:t> 方式計算扣用數量</a:t>
            </a:r>
            <a:endParaRPr lang="en-US" altLang="zh-TW"/>
          </a:p>
          <a:p>
            <a:pPr marL="457200" lvl="1" indent="-457200">
              <a:buFont typeface="+mj-lt"/>
              <a:buAutoNum type="arabicPeriod"/>
            </a:pPr>
            <a:endParaRPr lang="en-US" altLang="zh-TW"/>
          </a:p>
          <a:p>
            <a:pPr marL="457200" lvl="1" indent="-457200">
              <a:buFont typeface="+mj-lt"/>
              <a:buAutoNum type="arabicPeriod"/>
            </a:pPr>
            <a:r>
              <a:rPr lang="zh-TW" altLang="en-US"/>
              <a:t>影響金額： </a:t>
            </a:r>
            <a:r>
              <a:rPr lang="en-US" altLang="zh-TW"/>
              <a:t>USD$12,725</a:t>
            </a:r>
          </a:p>
        </p:txBody>
      </p:sp>
    </p:spTree>
    <p:extLst>
      <p:ext uri="{BB962C8B-B14F-4D97-AF65-F5344CB8AC3E}">
        <p14:creationId xmlns:p14="http://schemas.microsoft.com/office/powerpoint/2010/main" val="34357499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0F419C-20B6-0194-A49D-209B4D7AC7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5512DBE-2F5A-384C-2A99-BBF50EA9C0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4000"/>
              <a:t>案例分析說明 </a:t>
            </a:r>
            <a:br>
              <a:rPr lang="en-US" altLang="zh-TW">
                <a:solidFill>
                  <a:srgbClr val="C00000"/>
                </a:solidFill>
              </a:rPr>
            </a:br>
            <a:r>
              <a:rPr lang="zh-TW" altLang="en-US" sz="4000">
                <a:solidFill>
                  <a:srgbClr val="C00000"/>
                </a:solidFill>
              </a:rPr>
              <a:t>超轉出 </a:t>
            </a:r>
            <a:r>
              <a:rPr lang="en-US" altLang="zh-TW" sz="4000">
                <a:solidFill>
                  <a:srgbClr val="C00000"/>
                </a:solidFill>
              </a:rPr>
              <a:t>2.MCN</a:t>
            </a:r>
            <a:r>
              <a:rPr lang="zh-TW" altLang="en-US" sz="4000">
                <a:solidFill>
                  <a:srgbClr val="C00000"/>
                </a:solidFill>
              </a:rPr>
              <a:t> 新舊料差異</a:t>
            </a:r>
            <a:endParaRPr lang="en-US" altLang="zh-TW">
              <a:solidFill>
                <a:srgbClr val="C00000"/>
              </a:solidFill>
            </a:endParaRP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E0262279-AAB8-05E5-BDDE-A7CE619148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lvl="1" indent="-457200">
              <a:buFont typeface="+mj-lt"/>
              <a:buAutoNum type="arabicPeriod"/>
            </a:pPr>
            <a:r>
              <a:rPr lang="en-US" altLang="zh-TW"/>
              <a:t>202602</a:t>
            </a:r>
            <a:r>
              <a:rPr lang="zh-TW" altLang="en-US"/>
              <a:t> 預採帳月結計算時，</a:t>
            </a:r>
            <a:r>
              <a:rPr lang="zh-TW" altLang="en-US">
                <a:solidFill>
                  <a:srgbClr val="FF0000"/>
                </a:solidFill>
              </a:rPr>
              <a:t>程式扣用 </a:t>
            </a:r>
            <a:r>
              <a:rPr lang="en-US" altLang="zh-TW">
                <a:solidFill>
                  <a:srgbClr val="FF0000"/>
                </a:solidFill>
              </a:rPr>
              <a:t>BOM</a:t>
            </a:r>
            <a:r>
              <a:rPr lang="zh-TW" altLang="en-US">
                <a:solidFill>
                  <a:srgbClr val="FF0000"/>
                </a:solidFill>
              </a:rPr>
              <a:t> 新料</a:t>
            </a:r>
            <a:r>
              <a:rPr lang="zh-TW" altLang="en-US"/>
              <a:t> </a:t>
            </a:r>
            <a:r>
              <a:rPr lang="en-US" altLang="zh-TW"/>
              <a:t>A0701-000184F</a:t>
            </a:r>
            <a:r>
              <a:rPr lang="zh-TW" altLang="en-US"/>
              <a:t> 的預採帳。</a:t>
            </a:r>
            <a:endParaRPr lang="en-US" altLang="zh-TW"/>
          </a:p>
          <a:p>
            <a:pPr marL="457200" lvl="1" indent="-457200">
              <a:buFont typeface="+mj-lt"/>
              <a:buAutoNum type="arabicPeriod"/>
            </a:pPr>
            <a:r>
              <a:rPr lang="zh-TW" altLang="en-US"/>
              <a:t>業務與生管溝通後，通知此訂單要使用舊料 </a:t>
            </a:r>
            <a:r>
              <a:rPr lang="en-US" altLang="zh-TW"/>
              <a:t>A0701-000184D</a:t>
            </a:r>
            <a:r>
              <a:rPr lang="zh-TW" altLang="en-US"/>
              <a:t>，</a:t>
            </a:r>
            <a:r>
              <a:rPr lang="zh-TW" altLang="en-US">
                <a:solidFill>
                  <a:srgbClr val="FF0000"/>
                </a:solidFill>
              </a:rPr>
              <a:t>手動扣用 </a:t>
            </a:r>
            <a:r>
              <a:rPr lang="en-US" altLang="zh-TW">
                <a:solidFill>
                  <a:srgbClr val="FF0000"/>
                </a:solidFill>
              </a:rPr>
              <a:t>A0701-000184D</a:t>
            </a:r>
            <a:r>
              <a:rPr lang="zh-TW" altLang="en-US"/>
              <a:t>。</a:t>
            </a:r>
            <a:endParaRPr lang="en-US" altLang="zh-TW"/>
          </a:p>
          <a:p>
            <a:pPr marL="457200" lvl="1" indent="-457200">
              <a:buFont typeface="+mj-lt"/>
              <a:buAutoNum type="arabicPeriod"/>
            </a:pPr>
            <a:r>
              <a:rPr lang="zh-TW" altLang="en-US"/>
              <a:t>造成一筆訂單，重複新舊料的預採帳，應取消新料的預採扣用．</a:t>
            </a:r>
            <a:endParaRPr lang="en-US" altLang="zh-TW"/>
          </a:p>
          <a:p>
            <a:pPr marL="457200" lvl="1" indent="-457200">
              <a:buFont typeface="+mj-lt"/>
              <a:buAutoNum type="arabicPeriod"/>
            </a:pPr>
            <a:r>
              <a:rPr lang="zh-TW" altLang="en-US"/>
              <a:t>影響金額：</a:t>
            </a:r>
            <a:r>
              <a:rPr lang="en-US" altLang="zh-TW"/>
              <a:t>USD$</a:t>
            </a:r>
            <a:r>
              <a:rPr lang="zh-TW" altLang="en-US"/>
              <a:t> </a:t>
            </a:r>
            <a:r>
              <a:rPr lang="en-US" altLang="zh-TW"/>
              <a:t>38,526.3</a:t>
            </a:r>
          </a:p>
          <a:p>
            <a:pPr marL="0" lvl="1" indent="0">
              <a:buNone/>
            </a:pPr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7979146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B48951-DCFE-59F8-5F3B-9DC8DDE703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34C39C8-CC70-C15C-25C5-C465B01292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4000"/>
              <a:t>案例分析說明 </a:t>
            </a:r>
            <a:br>
              <a:rPr lang="en-US" altLang="zh-TW" sz="4000">
                <a:solidFill>
                  <a:srgbClr val="C00000"/>
                </a:solidFill>
              </a:rPr>
            </a:br>
            <a:r>
              <a:rPr lang="zh-TW" altLang="en-US" sz="4000">
                <a:solidFill>
                  <a:srgbClr val="C00000"/>
                </a:solidFill>
              </a:rPr>
              <a:t>超轉出 </a:t>
            </a:r>
            <a:r>
              <a:rPr lang="en-US" altLang="zh-TW" sz="4000">
                <a:solidFill>
                  <a:srgbClr val="C00000"/>
                </a:solidFill>
              </a:rPr>
              <a:t>3.</a:t>
            </a:r>
            <a:r>
              <a:rPr lang="zh-TW" altLang="en-US" sz="4000">
                <a:solidFill>
                  <a:srgbClr val="C00000"/>
                </a:solidFill>
              </a:rPr>
              <a:t>補 </a:t>
            </a:r>
            <a:r>
              <a:rPr lang="en-US" altLang="zh-TW" sz="4000">
                <a:solidFill>
                  <a:srgbClr val="C00000"/>
                </a:solidFill>
              </a:rPr>
              <a:t>“</a:t>
            </a:r>
            <a:r>
              <a:rPr lang="zh-TW" altLang="en-US" sz="4000">
                <a:solidFill>
                  <a:srgbClr val="C00000"/>
                </a:solidFill>
              </a:rPr>
              <a:t>不報</a:t>
            </a:r>
            <a:r>
              <a:rPr lang="en-US" altLang="zh-TW" sz="4000">
                <a:solidFill>
                  <a:srgbClr val="C00000"/>
                </a:solidFill>
              </a:rPr>
              <a:t>MOQ”</a:t>
            </a:r>
            <a:r>
              <a:rPr lang="zh-TW" altLang="en-US" sz="4000">
                <a:solidFill>
                  <a:srgbClr val="C00000"/>
                </a:solidFill>
              </a:rPr>
              <a:t> 時超轉出</a:t>
            </a:r>
            <a:endParaRPr lang="en-US" altLang="zh-TW" sz="4000">
              <a:solidFill>
                <a:srgbClr val="C00000"/>
              </a:solidFill>
            </a:endParaRP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336AAF6E-89E9-751D-2952-289E2DD571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lvl="1" indent="-457200">
              <a:buFont typeface="+mj-lt"/>
              <a:buAutoNum type="arabicPeriod"/>
            </a:pPr>
            <a:r>
              <a:rPr lang="zh-TW" altLang="en-US"/>
              <a:t>手工重複轉出：詢單展 </a:t>
            </a:r>
            <a:r>
              <a:rPr lang="en-US" altLang="zh-TW"/>
              <a:t>BOM</a:t>
            </a:r>
            <a:r>
              <a:rPr lang="zh-TW" altLang="en-US"/>
              <a:t> 不含 </a:t>
            </a:r>
            <a:r>
              <a:rPr lang="en-US" altLang="zh-TW"/>
              <a:t>“</a:t>
            </a:r>
            <a:r>
              <a:rPr lang="zh-TW" altLang="en-US"/>
              <a:t>不報</a:t>
            </a:r>
            <a:r>
              <a:rPr lang="en-US" altLang="zh-TW"/>
              <a:t>MOQ</a:t>
            </a:r>
            <a:r>
              <a:rPr lang="zh-TW" altLang="en-US"/>
              <a:t>料號</a:t>
            </a:r>
            <a:r>
              <a:rPr lang="en-US" altLang="zh-TW"/>
              <a:t>”</a:t>
            </a:r>
            <a:r>
              <a:rPr lang="zh-TW" altLang="en-US"/>
              <a:t>，造成不報</a:t>
            </a:r>
            <a:r>
              <a:rPr lang="en-US" altLang="zh-TW"/>
              <a:t>MOQ</a:t>
            </a:r>
            <a:r>
              <a:rPr lang="zh-TW" altLang="en-US"/>
              <a:t>料號無法扣用預採帳。</a:t>
            </a:r>
            <a:endParaRPr lang="en-US" altLang="zh-TW"/>
          </a:p>
          <a:p>
            <a:pPr marL="457200" lvl="1" indent="-457200">
              <a:buFont typeface="+mj-lt"/>
              <a:buAutoNum type="arabicPeriod"/>
            </a:pPr>
            <a:r>
              <a:rPr lang="zh-TW" altLang="en-US"/>
              <a:t>雖然料號不報</a:t>
            </a:r>
            <a:r>
              <a:rPr lang="en-US" altLang="zh-TW"/>
              <a:t>MOQ</a:t>
            </a:r>
            <a:r>
              <a:rPr lang="zh-TW" altLang="en-US"/>
              <a:t>，但也有可能因為訂單取消等原因報預採帳。</a:t>
            </a:r>
            <a:endParaRPr lang="en-US" altLang="zh-TW"/>
          </a:p>
          <a:p>
            <a:pPr marL="457200" lvl="1" indent="-457200">
              <a:buFont typeface="+mj-lt"/>
              <a:buAutoNum type="arabicPeriod"/>
            </a:pPr>
            <a:r>
              <a:rPr lang="zh-TW" altLang="en-US"/>
              <a:t>故補寫程式展</a:t>
            </a:r>
            <a:r>
              <a:rPr lang="en-US" altLang="zh-TW"/>
              <a:t> “</a:t>
            </a:r>
            <a:r>
              <a:rPr lang="zh-TW" altLang="en-US"/>
              <a:t>不報</a:t>
            </a:r>
            <a:r>
              <a:rPr lang="en-US" altLang="zh-TW"/>
              <a:t>MOQ”</a:t>
            </a:r>
            <a:r>
              <a:rPr lang="zh-TW" altLang="en-US"/>
              <a:t> ，取得轉成正式訂單 </a:t>
            </a:r>
            <a:r>
              <a:rPr lang="en-US" altLang="zh-TW"/>
              <a:t>(</a:t>
            </a:r>
            <a:r>
              <a:rPr lang="zh-TW" altLang="en-US"/>
              <a:t>詢單轉正</a:t>
            </a:r>
            <a:r>
              <a:rPr lang="en-US" altLang="zh-TW"/>
              <a:t>)</a:t>
            </a:r>
            <a:r>
              <a:rPr lang="zh-TW" altLang="en-US"/>
              <a:t>的元件用量，來扣除預採帳。</a:t>
            </a:r>
            <a:endParaRPr lang="en-US" altLang="zh-TW"/>
          </a:p>
          <a:p>
            <a:pPr marL="457200" lvl="1" indent="-457200">
              <a:buFont typeface="+mj-lt"/>
              <a:buAutoNum type="arabicPeriod"/>
            </a:pPr>
            <a:r>
              <a:rPr lang="en-US" altLang="zh-TW"/>
              <a:t>202512</a:t>
            </a:r>
            <a:r>
              <a:rPr lang="zh-TW" altLang="en-US"/>
              <a:t> 抓取扣帳時，有部份料號重複扣用。</a:t>
            </a:r>
            <a:endParaRPr lang="en-US" altLang="zh-TW"/>
          </a:p>
          <a:p>
            <a:pPr marL="457200" lvl="1" indent="-457200">
              <a:buFont typeface="+mj-lt"/>
              <a:buAutoNum type="arabicPeriod"/>
            </a:pPr>
            <a:r>
              <a:rPr lang="zh-TW" altLang="en-US"/>
              <a:t>影響金額：</a:t>
            </a:r>
            <a:r>
              <a:rPr lang="en-US" altLang="zh-TW"/>
              <a:t>USD$</a:t>
            </a:r>
            <a:r>
              <a:rPr lang="zh-TW" altLang="en-US"/>
              <a:t> </a:t>
            </a:r>
            <a:r>
              <a:rPr lang="en-US" altLang="zh-TW"/>
              <a:t>143,616</a:t>
            </a:r>
          </a:p>
        </p:txBody>
      </p:sp>
    </p:spTree>
    <p:extLst>
      <p:ext uri="{BB962C8B-B14F-4D97-AF65-F5344CB8AC3E}">
        <p14:creationId xmlns:p14="http://schemas.microsoft.com/office/powerpoint/2010/main" val="17400085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0225DA-A519-39E5-9E9A-375A75BD20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2046CB4-6E5B-01CD-DCA6-3471F6AC14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4000"/>
              <a:t>案例分析說明 </a:t>
            </a:r>
            <a:br>
              <a:rPr lang="en-US" altLang="zh-TW" sz="4000">
                <a:solidFill>
                  <a:srgbClr val="C00000"/>
                </a:solidFill>
              </a:rPr>
            </a:br>
            <a:r>
              <a:rPr lang="zh-TW" altLang="en-US" sz="4000">
                <a:solidFill>
                  <a:srgbClr val="C00000"/>
                </a:solidFill>
              </a:rPr>
              <a:t>超轉出 </a:t>
            </a:r>
            <a:r>
              <a:rPr lang="en-US" altLang="zh-TW" sz="4000">
                <a:solidFill>
                  <a:srgbClr val="C00000"/>
                </a:solidFill>
              </a:rPr>
              <a:t>4.C</a:t>
            </a:r>
            <a:r>
              <a:rPr lang="zh-TW" altLang="en-US" sz="4000">
                <a:solidFill>
                  <a:srgbClr val="C00000"/>
                </a:solidFill>
              </a:rPr>
              <a:t> 類預採未比對型號</a:t>
            </a:r>
            <a:endParaRPr lang="en-US" altLang="zh-TW" sz="4000">
              <a:solidFill>
                <a:srgbClr val="C00000"/>
              </a:solidFill>
            </a:endParaRP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583A4B03-125B-3F93-F393-E163FCD50F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08208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57200" lvl="1" indent="-457200">
              <a:buFont typeface="+mj-lt"/>
              <a:buAutoNum type="arabicPeriod"/>
            </a:pPr>
            <a:r>
              <a:rPr lang="zh-TW" altLang="en-US"/>
              <a:t>訂單取消報庫存掛回預採帳上，有詢單轉正，就代表可以扣用。</a:t>
            </a:r>
            <a:endParaRPr lang="en-US" altLang="zh-TW"/>
          </a:p>
          <a:p>
            <a:pPr marL="457200" lvl="1" indent="-457200">
              <a:buFont typeface="+mj-lt"/>
              <a:buAutoNum type="arabicPeriod"/>
            </a:pPr>
            <a:r>
              <a:rPr lang="zh-TW" altLang="en-US"/>
              <a:t>但 </a:t>
            </a:r>
            <a:r>
              <a:rPr lang="en-US" altLang="zh-TW"/>
              <a:t>C</a:t>
            </a:r>
            <a:r>
              <a:rPr lang="zh-TW" altLang="en-US"/>
              <a:t> 類預採帳，客戶要下預採帳的同型號，才能扣用此筆預採帳。而不是料號相同即可。</a:t>
            </a:r>
            <a:endParaRPr lang="en-US" altLang="zh-TW"/>
          </a:p>
          <a:p>
            <a:pPr marL="457200" lvl="1" indent="-457200">
              <a:buFont typeface="+mj-lt"/>
              <a:buAutoNum type="arabicPeriod"/>
            </a:pPr>
            <a:r>
              <a:rPr lang="zh-TW" altLang="en-US"/>
              <a:t>例如：</a:t>
            </a:r>
            <a:r>
              <a:rPr lang="en-US" altLang="zh-TW"/>
              <a:t>2025/10/1</a:t>
            </a:r>
            <a:r>
              <a:rPr lang="zh-TW" altLang="en-US"/>
              <a:t> 型號 </a:t>
            </a:r>
            <a:r>
              <a:rPr lang="en-US" altLang="zh-TW"/>
              <a:t>6EQ99</a:t>
            </a:r>
            <a:r>
              <a:rPr lang="en-US" altLang="zh-TW">
                <a:solidFill>
                  <a:srgbClr val="FF0000"/>
                </a:solidFill>
              </a:rPr>
              <a:t>DBVJ</a:t>
            </a:r>
            <a:r>
              <a:rPr lang="zh-TW" altLang="en-US"/>
              <a:t> 訂單取消，</a:t>
            </a:r>
            <a:r>
              <a:rPr lang="en-US" altLang="zh-TW"/>
              <a:t>A0502-031764</a:t>
            </a:r>
            <a:r>
              <a:rPr lang="zh-TW" altLang="en-US"/>
              <a:t> 報庫存： </a:t>
            </a:r>
            <a:r>
              <a:rPr lang="en-US" altLang="zh-TW"/>
              <a:t>500</a:t>
            </a:r>
            <a:r>
              <a:rPr lang="zh-TW" altLang="en-US"/>
              <a:t> </a:t>
            </a:r>
            <a:r>
              <a:rPr lang="en-US" altLang="zh-TW"/>
              <a:t>PC</a:t>
            </a:r>
            <a:r>
              <a:rPr lang="zh-TW" altLang="en-US"/>
              <a:t>。日後，於 </a:t>
            </a:r>
            <a:r>
              <a:rPr lang="en-US" altLang="zh-TW"/>
              <a:t>2025/11/15</a:t>
            </a:r>
            <a:r>
              <a:rPr lang="zh-TW" altLang="en-US"/>
              <a:t> 客戶其他型號 </a:t>
            </a:r>
            <a:r>
              <a:rPr lang="en-US" altLang="zh-TW"/>
              <a:t>6EQ99</a:t>
            </a:r>
            <a:r>
              <a:rPr lang="en-US" altLang="zh-TW">
                <a:solidFill>
                  <a:srgbClr val="FF0000"/>
                </a:solidFill>
              </a:rPr>
              <a:t>KBXJ</a:t>
            </a:r>
            <a:r>
              <a:rPr lang="zh-TW" altLang="en-US"/>
              <a:t>，無法扣用此筆預採帳。</a:t>
            </a:r>
            <a:endParaRPr lang="en-US" altLang="zh-TW"/>
          </a:p>
          <a:p>
            <a:pPr marL="457200" lvl="1" indent="-457200">
              <a:buFont typeface="+mj-lt"/>
              <a:buAutoNum type="arabicPeriod"/>
            </a:pPr>
            <a:r>
              <a:rPr lang="en-US" altLang="zh-TW"/>
              <a:t>C</a:t>
            </a:r>
            <a:r>
              <a:rPr lang="zh-TW" altLang="en-US"/>
              <a:t> 類預採改為人工作業。相關程式優化中．</a:t>
            </a:r>
            <a:endParaRPr lang="en-US" altLang="zh-TW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25940B34-9848-37F3-4B1E-637B7B02AC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9051" y="4455960"/>
            <a:ext cx="6172863" cy="1945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1338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3D2004-4AE3-81D2-21B0-F1E6376FD2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609F175-A9C4-ACC2-28A5-0AA3A5E97B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4000"/>
              <a:t>案例分析說明 </a:t>
            </a:r>
            <a:br>
              <a:rPr lang="en-US" altLang="zh-TW" sz="4000">
                <a:solidFill>
                  <a:srgbClr val="C00000"/>
                </a:solidFill>
              </a:rPr>
            </a:br>
            <a:r>
              <a:rPr lang="zh-TW" altLang="en-US" sz="4000">
                <a:solidFill>
                  <a:srgbClr val="C00000"/>
                </a:solidFill>
              </a:rPr>
              <a:t>超轉出 </a:t>
            </a:r>
            <a:r>
              <a:rPr lang="en-US" altLang="zh-TW" sz="4000">
                <a:solidFill>
                  <a:srgbClr val="C00000"/>
                </a:solidFill>
              </a:rPr>
              <a:t>5.</a:t>
            </a:r>
            <a:r>
              <a:rPr lang="zh-TW" altLang="en-US" sz="4000">
                <a:solidFill>
                  <a:srgbClr val="C00000"/>
                </a:solidFill>
              </a:rPr>
              <a:t>其他原因 </a:t>
            </a:r>
            <a:endParaRPr lang="en-US" altLang="zh-TW" sz="4000">
              <a:solidFill>
                <a:srgbClr val="C00000"/>
              </a:solidFill>
            </a:endParaRP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7B42274F-7FA9-4B4E-2058-5F4A2CE48C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lvl="1" indent="-457200">
              <a:buFont typeface="+mj-lt"/>
              <a:buAutoNum type="arabicPeriod"/>
            </a:pPr>
            <a:r>
              <a:rPr lang="zh-TW" altLang="en-US"/>
              <a:t>此次比對以 </a:t>
            </a:r>
            <a:r>
              <a:rPr lang="en-US" altLang="zh-TW"/>
              <a:t>202602</a:t>
            </a:r>
            <a:r>
              <a:rPr lang="zh-TW" altLang="en-US"/>
              <a:t> 預採帳餘額與 </a:t>
            </a:r>
            <a:r>
              <a:rPr lang="en-US" altLang="zh-TW"/>
              <a:t>2026/02/28</a:t>
            </a:r>
            <a:r>
              <a:rPr lang="zh-TW" altLang="en-US"/>
              <a:t> 多料報表比對</a:t>
            </a:r>
            <a:endParaRPr lang="en-US" altLang="zh-TW"/>
          </a:p>
          <a:p>
            <a:pPr marL="457200" lvl="1" indent="-457200">
              <a:buFont typeface="+mj-lt"/>
              <a:buAutoNum type="arabicPeriod"/>
            </a:pPr>
            <a:r>
              <a:rPr lang="zh-TW" altLang="en-US"/>
              <a:t>若改與 </a:t>
            </a:r>
            <a:r>
              <a:rPr lang="en-US" altLang="zh-TW"/>
              <a:t>2026/4/13</a:t>
            </a:r>
            <a:r>
              <a:rPr lang="zh-TW" altLang="en-US"/>
              <a:t> 多料報表比對，預採帳與多料報表，數量差異不大。</a:t>
            </a:r>
            <a:endParaRPr lang="en-US" altLang="zh-TW"/>
          </a:p>
          <a:p>
            <a:pPr marL="457200" lvl="1" indent="-457200">
              <a:buFont typeface="+mj-lt"/>
              <a:buAutoNum type="arabicPeriod"/>
            </a:pPr>
            <a:r>
              <a:rPr lang="zh-TW" altLang="en-US"/>
              <a:t>建議納入 </a:t>
            </a:r>
            <a:r>
              <a:rPr lang="en-US" altLang="zh-TW"/>
              <a:t>202603</a:t>
            </a:r>
            <a:r>
              <a:rPr lang="zh-TW" altLang="en-US"/>
              <a:t> 月結後，追踪處理。</a:t>
            </a:r>
            <a:endParaRPr lang="en-US" altLang="zh-TW"/>
          </a:p>
          <a:p>
            <a:pPr marL="457200" lvl="1" indent="-457200">
              <a:buFont typeface="+mj-lt"/>
              <a:buAutoNum type="arabicPeriod"/>
            </a:pPr>
            <a:r>
              <a:rPr lang="zh-TW" altLang="en-US"/>
              <a:t>影響金額：</a:t>
            </a:r>
            <a:r>
              <a:rPr lang="en-US" altLang="zh-TW"/>
              <a:t>USD$83,311</a:t>
            </a:r>
          </a:p>
        </p:txBody>
      </p:sp>
    </p:spTree>
    <p:extLst>
      <p:ext uri="{BB962C8B-B14F-4D97-AF65-F5344CB8AC3E}">
        <p14:creationId xmlns:p14="http://schemas.microsoft.com/office/powerpoint/2010/main" val="39249843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BC60EB-CCC5-AC68-2C89-265DAFE87E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203B17B-F4DB-B318-0126-A71E28EBDB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solidFill>
                  <a:schemeClr val="accent5"/>
                </a:solidFill>
                <a:ea typeface="新細明體"/>
              </a:rPr>
              <a:t>預採帳進度與後續工作 </a:t>
            </a:r>
            <a:r>
              <a:rPr lang="en-US" altLang="zh-TW">
                <a:solidFill>
                  <a:schemeClr val="accent5"/>
                </a:solidFill>
                <a:ea typeface="新細明體"/>
              </a:rPr>
              <a:t>(Carol &amp; Miles)</a:t>
            </a:r>
            <a:endParaRPr lang="zh-TW" altLang="en-US">
              <a:solidFill>
                <a:schemeClr val="accent5"/>
              </a:solidFill>
            </a:endParaRP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95EAE73E-0D91-080A-6394-89C85F9D19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457200" lvl="1" indent="0">
              <a:lnSpc>
                <a:spcPct val="100000"/>
              </a:lnSpc>
              <a:buNone/>
            </a:pPr>
            <a:r>
              <a:rPr lang="en-US" altLang="zh-TW" sz="2800" b="1" u="sng"/>
              <a:t>IT</a:t>
            </a:r>
            <a:r>
              <a:rPr lang="zh-TW" altLang="en-US" sz="2800" b="1" u="sng"/>
              <a:t>可獨立負責的工作項目回報</a:t>
            </a:r>
            <a:r>
              <a:rPr lang="en-US" altLang="zh-TW" sz="2800" b="1" u="sng"/>
              <a:t>:</a:t>
            </a:r>
          </a:p>
          <a:p>
            <a:pPr lvl="1">
              <a:lnSpc>
                <a:spcPct val="100000"/>
              </a:lnSpc>
            </a:pPr>
            <a:r>
              <a:rPr lang="zh-TW" altLang="en-US">
                <a:solidFill>
                  <a:srgbClr val="00B0F0"/>
                </a:solidFill>
              </a:rPr>
              <a:t>補放回</a:t>
            </a:r>
            <a:r>
              <a:rPr lang="en-US" altLang="zh-TW">
                <a:solidFill>
                  <a:srgbClr val="00B0F0"/>
                </a:solidFill>
              </a:rPr>
              <a:t>Graco</a:t>
            </a:r>
            <a:r>
              <a:rPr lang="zh-TW" altLang="en-US">
                <a:solidFill>
                  <a:srgbClr val="00B0F0"/>
                </a:solidFill>
              </a:rPr>
              <a:t>帳上　</a:t>
            </a:r>
            <a:endParaRPr lang="en-US" altLang="zh-TW"/>
          </a:p>
          <a:p>
            <a:pPr lvl="2">
              <a:lnSpc>
                <a:spcPct val="100000"/>
              </a:lnSpc>
            </a:pPr>
            <a:r>
              <a:rPr lang="zh-TW" altLang="en-US" sz="1800"/>
              <a:t>已找到原因，包括</a:t>
            </a:r>
            <a:r>
              <a:rPr lang="en-US" altLang="zh-TW" sz="1800"/>
              <a:t>MOQ</a:t>
            </a:r>
            <a:r>
              <a:rPr lang="zh-TW" altLang="en-US" sz="1800"/>
              <a:t>遺漏產生</a:t>
            </a:r>
            <a:r>
              <a:rPr lang="en-US" altLang="zh-TW" sz="1800"/>
              <a:t>XQ</a:t>
            </a:r>
            <a:r>
              <a:rPr lang="zh-TW" altLang="en-US" sz="1800"/>
              <a:t>／超轉出／程式修正，</a:t>
            </a:r>
            <a:r>
              <a:rPr lang="zh-TW" altLang="en-US" sz="1800" b="1" u="sng"/>
              <a:t>約</a:t>
            </a:r>
            <a:r>
              <a:rPr lang="en-US" altLang="zh-TW" sz="1800" b="1" u="sng"/>
              <a:t>USD26</a:t>
            </a:r>
            <a:r>
              <a:rPr lang="zh-TW" altLang="en-US" sz="1800" b="1" u="sng"/>
              <a:t>萬</a:t>
            </a:r>
            <a:r>
              <a:rPr lang="zh-TW" altLang="en-US" sz="1800"/>
              <a:t>．</a:t>
            </a:r>
            <a:endParaRPr lang="en-US" altLang="zh-TW" sz="1800"/>
          </a:p>
          <a:p>
            <a:pPr lvl="2">
              <a:lnSpc>
                <a:spcPct val="100000"/>
              </a:lnSpc>
            </a:pPr>
            <a:r>
              <a:rPr lang="zh-TW" altLang="en-US" sz="1800">
                <a:solidFill>
                  <a:srgbClr val="7030A0"/>
                </a:solidFill>
              </a:rPr>
              <a:t>有單據支持</a:t>
            </a:r>
            <a:r>
              <a:rPr lang="en-US" altLang="zh-TW" sz="1800">
                <a:solidFill>
                  <a:srgbClr val="7030A0"/>
                </a:solidFill>
              </a:rPr>
              <a:t>, </a:t>
            </a:r>
            <a:r>
              <a:rPr lang="zh-TW" altLang="en-US" sz="1800">
                <a:solidFill>
                  <a:srgbClr val="7030A0"/>
                </a:solidFill>
              </a:rPr>
              <a:t>確定每個案例都可推算說明</a:t>
            </a:r>
            <a:endParaRPr lang="en-US" altLang="zh-TW" sz="1800">
              <a:solidFill>
                <a:srgbClr val="7030A0"/>
              </a:solidFill>
            </a:endParaRPr>
          </a:p>
          <a:p>
            <a:pPr lvl="1">
              <a:lnSpc>
                <a:spcPct val="100000"/>
              </a:lnSpc>
            </a:pPr>
            <a:r>
              <a:rPr lang="en-US" altLang="zh-TW" err="1">
                <a:solidFill>
                  <a:srgbClr val="00B0F0"/>
                </a:solidFill>
              </a:rPr>
              <a:t>Libility</a:t>
            </a:r>
            <a:r>
              <a:rPr lang="zh-TW" altLang="en-US">
                <a:solidFill>
                  <a:srgbClr val="00B0F0"/>
                </a:solidFill>
              </a:rPr>
              <a:t> 自動化推進中</a:t>
            </a:r>
            <a:endParaRPr lang="en-US" altLang="zh-TW">
              <a:solidFill>
                <a:srgbClr val="00B0F0"/>
              </a:solidFill>
            </a:endParaRPr>
          </a:p>
          <a:p>
            <a:pPr lvl="2">
              <a:lnSpc>
                <a:spcPct val="100000"/>
              </a:lnSpc>
            </a:pPr>
            <a:r>
              <a:rPr lang="zh-TW" altLang="en-US" sz="1800"/>
              <a:t>計算自動化／</a:t>
            </a:r>
            <a:r>
              <a:rPr lang="en-US" altLang="zh-TW" sz="1800"/>
              <a:t>MOQ</a:t>
            </a:r>
            <a:r>
              <a:rPr lang="zh-TW" altLang="en-US" sz="1800"/>
              <a:t>轉</a:t>
            </a:r>
            <a:r>
              <a:rPr lang="en-US" altLang="zh-TW" sz="1800"/>
              <a:t>XQ</a:t>
            </a:r>
            <a:r>
              <a:rPr lang="zh-TW" altLang="en-US" sz="1800"/>
              <a:t>、</a:t>
            </a:r>
            <a:r>
              <a:rPr lang="en-US" altLang="zh-TW" sz="1800"/>
              <a:t>XJ</a:t>
            </a:r>
            <a:r>
              <a:rPr lang="zh-TW" altLang="en-US" sz="1800"/>
              <a:t>轉</a:t>
            </a:r>
            <a:r>
              <a:rPr lang="en-US" altLang="zh-TW" sz="1800"/>
              <a:t>MOQ</a:t>
            </a:r>
            <a:r>
              <a:rPr lang="zh-TW" altLang="en-US" sz="1800"/>
              <a:t>程式問題排除與優化</a:t>
            </a:r>
            <a:endParaRPr lang="en-US" altLang="zh-TW" sz="1800"/>
          </a:p>
          <a:p>
            <a:pPr lvl="2">
              <a:lnSpc>
                <a:spcPct val="100000"/>
              </a:lnSpc>
            </a:pPr>
            <a:r>
              <a:rPr lang="zh-TW" altLang="en-US" sz="1800"/>
              <a:t>努力</a:t>
            </a:r>
            <a:r>
              <a:rPr lang="en-US" altLang="zh-TW" sz="1800"/>
              <a:t>202605</a:t>
            </a:r>
            <a:r>
              <a:rPr lang="zh-TW" altLang="en-US" sz="1800"/>
              <a:t>當期取代家庭手工</a:t>
            </a:r>
            <a:endParaRPr lang="en-US" altLang="zh-TW" sz="1800"/>
          </a:p>
          <a:p>
            <a:pPr lvl="1">
              <a:lnSpc>
                <a:spcPct val="100000"/>
              </a:lnSpc>
            </a:pPr>
            <a:r>
              <a:rPr lang="zh-TW" altLang="en-US">
                <a:solidFill>
                  <a:srgbClr val="00B0F0"/>
                </a:solidFill>
              </a:rPr>
              <a:t>系統優化</a:t>
            </a:r>
            <a:endParaRPr lang="en-US" altLang="zh-TW">
              <a:solidFill>
                <a:srgbClr val="00B0F0"/>
              </a:solidFill>
            </a:endParaRPr>
          </a:p>
          <a:p>
            <a:pPr lvl="2">
              <a:lnSpc>
                <a:spcPct val="100000"/>
              </a:lnSpc>
            </a:pPr>
            <a:r>
              <a:rPr lang="zh-TW" altLang="en-US" sz="1800">
                <a:solidFill>
                  <a:srgbClr val="7030A0"/>
                </a:solidFill>
              </a:rPr>
              <a:t>短期瓶頸應對</a:t>
            </a:r>
            <a:r>
              <a:rPr lang="en-US" altLang="zh-TW" sz="1800">
                <a:solidFill>
                  <a:srgbClr val="7030A0"/>
                </a:solidFill>
              </a:rPr>
              <a:t>: </a:t>
            </a:r>
            <a:r>
              <a:rPr lang="zh-TW" altLang="en-US" sz="1800">
                <a:solidFill>
                  <a:srgbClr val="7030A0"/>
                </a:solidFill>
              </a:rPr>
              <a:t>未來</a:t>
            </a:r>
            <a:r>
              <a:rPr lang="en-US" altLang="zh-TW" sz="1800">
                <a:solidFill>
                  <a:srgbClr val="7030A0"/>
                </a:solidFill>
              </a:rPr>
              <a:t>2~4</a:t>
            </a:r>
            <a:r>
              <a:rPr lang="zh-TW" altLang="en-US" sz="1800">
                <a:solidFill>
                  <a:srgbClr val="7030A0"/>
                </a:solidFill>
              </a:rPr>
              <a:t>周</a:t>
            </a:r>
            <a:r>
              <a:rPr lang="en-US" altLang="zh-TW" sz="1800">
                <a:solidFill>
                  <a:srgbClr val="7030A0"/>
                </a:solidFill>
              </a:rPr>
              <a:t>, </a:t>
            </a:r>
            <a:r>
              <a:rPr lang="zh-TW" altLang="en-US" sz="1800">
                <a:solidFill>
                  <a:srgbClr val="7030A0"/>
                </a:solidFill>
              </a:rPr>
              <a:t>找</a:t>
            </a:r>
            <a:r>
              <a:rPr lang="en-US" altLang="zh-TW" sz="1800">
                <a:solidFill>
                  <a:srgbClr val="7030A0"/>
                </a:solidFill>
              </a:rPr>
              <a:t>AI</a:t>
            </a:r>
            <a:r>
              <a:rPr lang="zh-TW" altLang="en-US" sz="1800">
                <a:solidFill>
                  <a:srgbClr val="7030A0"/>
                </a:solidFill>
              </a:rPr>
              <a:t>顧問</a:t>
            </a:r>
            <a:r>
              <a:rPr lang="en-US" altLang="zh-TW" sz="1800">
                <a:solidFill>
                  <a:srgbClr val="7030A0"/>
                </a:solidFill>
              </a:rPr>
              <a:t>POC</a:t>
            </a:r>
            <a:r>
              <a:rPr lang="zh-TW" altLang="en-US" sz="1800">
                <a:solidFill>
                  <a:srgbClr val="7030A0"/>
                </a:solidFill>
              </a:rPr>
              <a:t>實現直接用</a:t>
            </a:r>
            <a:r>
              <a:rPr lang="en-US" altLang="zh-TW" sz="1800">
                <a:solidFill>
                  <a:srgbClr val="7030A0"/>
                </a:solidFill>
              </a:rPr>
              <a:t>AI</a:t>
            </a:r>
            <a:r>
              <a:rPr lang="zh-TW" altLang="en-US" sz="1800">
                <a:solidFill>
                  <a:srgbClr val="7030A0"/>
                </a:solidFill>
              </a:rPr>
              <a:t>協助分析處理查帳與追蹤解讀說明</a:t>
            </a:r>
            <a:endParaRPr lang="en-US" altLang="zh-TW" sz="1800">
              <a:solidFill>
                <a:srgbClr val="7030A0"/>
              </a:solidFill>
            </a:endParaRPr>
          </a:p>
          <a:p>
            <a:pPr lvl="2">
              <a:lnSpc>
                <a:spcPct val="100000"/>
              </a:lnSpc>
            </a:pPr>
            <a:r>
              <a:rPr lang="zh-TW" altLang="en-US" sz="1800"/>
              <a:t>上線後</a:t>
            </a:r>
            <a:r>
              <a:rPr lang="en-US" altLang="zh-TW" sz="1800"/>
              <a:t>, </a:t>
            </a:r>
            <a:r>
              <a:rPr lang="zh-TW" altLang="en-US" sz="1800"/>
              <a:t>中長期優化 包括</a:t>
            </a:r>
            <a:r>
              <a:rPr lang="en-US" altLang="zh-TW" sz="1800"/>
              <a:t>MCN</a:t>
            </a:r>
            <a:r>
              <a:rPr lang="zh-TW" altLang="en-US" sz="1800"/>
              <a:t>報</a:t>
            </a:r>
            <a:r>
              <a:rPr lang="en-US" altLang="zh-TW" sz="1800"/>
              <a:t>XQ</a:t>
            </a:r>
            <a:r>
              <a:rPr lang="zh-TW" altLang="en-US" sz="1800"/>
              <a:t>系統化</a:t>
            </a:r>
            <a:r>
              <a:rPr lang="en-US" altLang="zh-TW" sz="1800"/>
              <a:t>/</a:t>
            </a:r>
            <a:r>
              <a:rPr lang="zh-TW" altLang="en-US" sz="1800"/>
              <a:t>單顆長交期報</a:t>
            </a:r>
            <a:r>
              <a:rPr lang="en-US" altLang="zh-TW" sz="1800"/>
              <a:t>XQ</a:t>
            </a:r>
            <a:r>
              <a:rPr lang="zh-TW" altLang="en-US" sz="1800"/>
              <a:t>系統化</a:t>
            </a:r>
            <a:r>
              <a:rPr lang="en-US" altLang="zh-TW" sz="1800"/>
              <a:t>/</a:t>
            </a:r>
            <a:r>
              <a:rPr lang="zh-TW" altLang="en-US" sz="1800"/>
              <a:t>生管查詢預採帳報表</a:t>
            </a:r>
            <a:endParaRPr lang="en-US" altLang="zh-TW" sz="1800">
              <a:solidFill>
                <a:srgbClr val="7030A0"/>
              </a:solidFill>
            </a:endParaRPr>
          </a:p>
          <a:p>
            <a:pPr marL="457200" lvl="1" indent="0">
              <a:lnSpc>
                <a:spcPct val="100000"/>
              </a:lnSpc>
              <a:buNone/>
            </a:pPr>
            <a:endParaRPr lang="en-US" altLang="zh-TW" b="1" u="sng"/>
          </a:p>
          <a:p>
            <a:pPr marL="457200" lvl="1" indent="0">
              <a:lnSpc>
                <a:spcPct val="100000"/>
              </a:lnSpc>
              <a:buNone/>
            </a:pPr>
            <a:r>
              <a:rPr lang="zh-TW" altLang="en-US" sz="2800" b="1" u="sng"/>
              <a:t>跟業務一起討論後續如何調帳</a:t>
            </a:r>
            <a:r>
              <a:rPr lang="en-US" altLang="zh-TW" sz="2800" b="1" u="sng"/>
              <a:t>, </a:t>
            </a:r>
            <a:r>
              <a:rPr lang="zh-TW" altLang="en-US" sz="2800" b="1" u="sng"/>
              <a:t>以及如何對 客人說明與更正</a:t>
            </a:r>
            <a:r>
              <a:rPr lang="en-US" altLang="zh-TW" sz="2800" b="1" u="sng"/>
              <a:t>?</a:t>
            </a:r>
          </a:p>
          <a:p>
            <a:pPr marL="457200" lvl="1" indent="0">
              <a:lnSpc>
                <a:spcPct val="100000"/>
              </a:lnSpc>
              <a:buNone/>
            </a:pP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597840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圖片 22">
            <a:extLst>
              <a:ext uri="{FF2B5EF4-FFF2-40B4-BE49-F238E27FC236}">
                <a16:creationId xmlns:a16="http://schemas.microsoft.com/office/drawing/2014/main" id="{43CAEF0E-AC27-8B51-74C5-C46E389175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53" y="3621246"/>
            <a:ext cx="12192000" cy="3158374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E8912F7F-662D-8224-64A7-99555802B4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Liability ONE </a:t>
            </a:r>
            <a:r>
              <a:rPr lang="zh-TW" altLang="en-US"/>
              <a:t>作法說明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210938E-5E72-CE50-1DC1-A7EA96B9C0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19609"/>
            <a:ext cx="10515600" cy="4351338"/>
          </a:xfrm>
        </p:spPr>
        <p:txBody>
          <a:bodyPr/>
          <a:lstStyle/>
          <a:p>
            <a:r>
              <a:rPr lang="zh-TW" altLang="en-US"/>
              <a:t>依客戶別單據 計算 </a:t>
            </a:r>
            <a:r>
              <a:rPr lang="en-US" altLang="zh-TW"/>
              <a:t>Liability</a:t>
            </a:r>
          </a:p>
          <a:p>
            <a:r>
              <a:rPr lang="en-US" altLang="zh-TW"/>
              <a:t>XQ</a:t>
            </a:r>
            <a:r>
              <a:rPr lang="zh-TW" altLang="en-US"/>
              <a:t> 單 </a:t>
            </a:r>
            <a:r>
              <a:rPr lang="en-US" altLang="zh-TW"/>
              <a:t>(</a:t>
            </a:r>
            <a:r>
              <a:rPr lang="zh-TW" altLang="en-US"/>
              <a:t>預採帳</a:t>
            </a:r>
            <a:r>
              <a:rPr lang="en-US" altLang="zh-TW"/>
              <a:t>)</a:t>
            </a:r>
            <a:r>
              <a:rPr lang="zh-TW" altLang="en-US"/>
              <a:t> 與單據連結，如：詢單報 </a:t>
            </a:r>
            <a:r>
              <a:rPr lang="en-US" altLang="zh-TW"/>
              <a:t>MOQ</a:t>
            </a:r>
            <a:r>
              <a:rPr lang="zh-TW" altLang="en-US"/>
              <a:t>、訂單取消報庫存、</a:t>
            </a:r>
            <a:r>
              <a:rPr lang="en-US" altLang="zh-TW"/>
              <a:t>MCN</a:t>
            </a:r>
            <a:r>
              <a:rPr lang="zh-TW" altLang="en-US"/>
              <a:t> 及單顆長交預採等，雙向記錄單據號碼。</a:t>
            </a:r>
            <a:endParaRPr lang="en-US" altLang="zh-TW"/>
          </a:p>
          <a:p>
            <a:r>
              <a:rPr lang="zh-TW" altLang="en-US"/>
              <a:t>預採帳扣用時，記錄詢單轉正的資訊，以利追踪。</a:t>
            </a:r>
            <a:endParaRPr lang="en-US" altLang="zh-TW"/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7E6A9B43-AD70-7EDF-6256-86DC679C644F}"/>
              </a:ext>
            </a:extLst>
          </p:cNvPr>
          <p:cNvSpPr/>
          <p:nvPr/>
        </p:nvSpPr>
        <p:spPr>
          <a:xfrm>
            <a:off x="838200" y="3595119"/>
            <a:ext cx="2575560" cy="2268912"/>
          </a:xfrm>
          <a:prstGeom prst="roundRect">
            <a:avLst>
              <a:gd name="adj" fmla="val 4210"/>
            </a:avLst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16859D34-826F-0FEA-74B0-2862DA4DD931}"/>
              </a:ext>
            </a:extLst>
          </p:cNvPr>
          <p:cNvSpPr/>
          <p:nvPr/>
        </p:nvSpPr>
        <p:spPr>
          <a:xfrm>
            <a:off x="10715708" y="3595118"/>
            <a:ext cx="1457739" cy="1969653"/>
          </a:xfrm>
          <a:prstGeom prst="roundRect">
            <a:avLst>
              <a:gd name="adj" fmla="val 5832"/>
            </a:avLst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矩形: 圓角 14">
            <a:extLst>
              <a:ext uri="{FF2B5EF4-FFF2-40B4-BE49-F238E27FC236}">
                <a16:creationId xmlns:a16="http://schemas.microsoft.com/office/drawing/2014/main" id="{E6770143-2A11-C229-F43B-52B087206B77}"/>
              </a:ext>
            </a:extLst>
          </p:cNvPr>
          <p:cNvSpPr/>
          <p:nvPr/>
        </p:nvSpPr>
        <p:spPr>
          <a:xfrm>
            <a:off x="7240385" y="3595119"/>
            <a:ext cx="3475323" cy="1969654"/>
          </a:xfrm>
          <a:prstGeom prst="roundRect">
            <a:avLst>
              <a:gd name="adj" fmla="val 4606"/>
            </a:avLst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4" name="矩形: 圓角 23">
            <a:extLst>
              <a:ext uri="{FF2B5EF4-FFF2-40B4-BE49-F238E27FC236}">
                <a16:creationId xmlns:a16="http://schemas.microsoft.com/office/drawing/2014/main" id="{5B19FC0A-F3C1-68B6-32EF-9B94AEF92E6B}"/>
              </a:ext>
            </a:extLst>
          </p:cNvPr>
          <p:cNvSpPr/>
          <p:nvPr/>
        </p:nvSpPr>
        <p:spPr>
          <a:xfrm>
            <a:off x="7219191" y="5564771"/>
            <a:ext cx="2474242" cy="299260"/>
          </a:xfrm>
          <a:prstGeom prst="roundRect">
            <a:avLst>
              <a:gd name="adj" fmla="val 18098"/>
            </a:avLst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132743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圖片 9">
            <a:extLst>
              <a:ext uri="{FF2B5EF4-FFF2-40B4-BE49-F238E27FC236}">
                <a16:creationId xmlns:a16="http://schemas.microsoft.com/office/drawing/2014/main" id="{A27D3054-0FA8-D1A5-DD4C-CCAE7354D8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7895" y="2016021"/>
            <a:ext cx="10416209" cy="3956995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0948809D-54A0-9E1C-C2BB-0ACF71A8EF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產生 </a:t>
            </a:r>
            <a:r>
              <a:rPr lang="en-US" altLang="zh-TW"/>
              <a:t>XQ</a:t>
            </a:r>
            <a:r>
              <a:rPr lang="zh-TW" altLang="en-US"/>
              <a:t> 單及詢單轉正扣用</a:t>
            </a:r>
          </a:p>
        </p:txBody>
      </p:sp>
      <p:sp>
        <p:nvSpPr>
          <p:cNvPr id="6" name="語音泡泡: 圓角矩形 5">
            <a:extLst>
              <a:ext uri="{FF2B5EF4-FFF2-40B4-BE49-F238E27FC236}">
                <a16:creationId xmlns:a16="http://schemas.microsoft.com/office/drawing/2014/main" id="{9DAFF94D-A5D7-8D42-FD33-AD6CAB405AD3}"/>
              </a:ext>
            </a:extLst>
          </p:cNvPr>
          <p:cNvSpPr/>
          <p:nvPr/>
        </p:nvSpPr>
        <p:spPr>
          <a:xfrm>
            <a:off x="1423283" y="6079489"/>
            <a:ext cx="1852654" cy="612648"/>
          </a:xfrm>
          <a:prstGeom prst="wedgeRoundRectCallout">
            <a:avLst>
              <a:gd name="adj1" fmla="val 37169"/>
              <a:gd name="adj2" fmla="val -86753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/>
              <a:t>共用料：</a:t>
            </a:r>
            <a:endParaRPr lang="en-US" altLang="zh-TW"/>
          </a:p>
          <a:p>
            <a:pPr algn="ctr"/>
            <a:r>
              <a:rPr lang="zh-TW" altLang="en-US"/>
              <a:t>客戶別 </a:t>
            </a:r>
            <a:r>
              <a:rPr lang="en-US" altLang="zh-TW"/>
              <a:t>Liability</a:t>
            </a:r>
            <a:endParaRPr lang="zh-TW" altLang="en-US"/>
          </a:p>
        </p:txBody>
      </p:sp>
      <p:sp>
        <p:nvSpPr>
          <p:cNvPr id="7" name="語音泡泡: 圓角矩形 6">
            <a:extLst>
              <a:ext uri="{FF2B5EF4-FFF2-40B4-BE49-F238E27FC236}">
                <a16:creationId xmlns:a16="http://schemas.microsoft.com/office/drawing/2014/main" id="{CA61DB58-2E43-A32A-32FB-EC16612A7944}"/>
              </a:ext>
            </a:extLst>
          </p:cNvPr>
          <p:cNvSpPr/>
          <p:nvPr/>
        </p:nvSpPr>
        <p:spPr>
          <a:xfrm>
            <a:off x="4835716" y="6079489"/>
            <a:ext cx="1978551" cy="612648"/>
          </a:xfrm>
          <a:prstGeom prst="wedgeRoundRectCallout">
            <a:avLst>
              <a:gd name="adj1" fmla="val 34819"/>
              <a:gd name="adj2" fmla="val -81562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/>
              <a:t>依單號產生 </a:t>
            </a:r>
            <a:r>
              <a:rPr lang="en-US" altLang="zh-TW"/>
              <a:t>MOQ</a:t>
            </a:r>
            <a:endParaRPr lang="zh-TW" altLang="en-US"/>
          </a:p>
        </p:txBody>
      </p:sp>
      <p:sp>
        <p:nvSpPr>
          <p:cNvPr id="11" name="語音泡泡: 圓角矩形 10">
            <a:extLst>
              <a:ext uri="{FF2B5EF4-FFF2-40B4-BE49-F238E27FC236}">
                <a16:creationId xmlns:a16="http://schemas.microsoft.com/office/drawing/2014/main" id="{6008FEEC-7B4D-6A79-7F59-B3C48DE73458}"/>
              </a:ext>
            </a:extLst>
          </p:cNvPr>
          <p:cNvSpPr/>
          <p:nvPr/>
        </p:nvSpPr>
        <p:spPr>
          <a:xfrm>
            <a:off x="7714089" y="6079489"/>
            <a:ext cx="1978551" cy="612648"/>
          </a:xfrm>
          <a:prstGeom prst="wedgeRoundRectCallout">
            <a:avLst>
              <a:gd name="adj1" fmla="val 36025"/>
              <a:gd name="adj2" fmla="val -85455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/>
              <a:t>依詢單轉正扣用</a:t>
            </a:r>
          </a:p>
        </p:txBody>
      </p:sp>
    </p:spTree>
    <p:extLst>
      <p:ext uri="{BB962C8B-B14F-4D97-AF65-F5344CB8AC3E}">
        <p14:creationId xmlns:p14="http://schemas.microsoft.com/office/powerpoint/2010/main" val="27890187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AAE3D49-3D48-E525-F127-4F0F9A649F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詢單的不確定性，對預採帳的影響 </a:t>
            </a:r>
            <a:r>
              <a:rPr lang="en-US" altLang="zh-TW"/>
              <a:t>(</a:t>
            </a:r>
            <a:r>
              <a:rPr lang="zh-TW" altLang="en-US"/>
              <a:t>一</a:t>
            </a:r>
            <a:r>
              <a:rPr lang="en-US" altLang="zh-TW"/>
              <a:t>)</a:t>
            </a:r>
            <a:endParaRPr lang="zh-TW" altLang="en-US"/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6E09FE45-F253-CC0E-5AD0-FE452718EA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zh-TW" altLang="en-US"/>
              <a:t>詢單轉正，落在報 </a:t>
            </a:r>
            <a:r>
              <a:rPr lang="en-US" altLang="zh-TW"/>
              <a:t>MOQ </a:t>
            </a:r>
            <a:r>
              <a:rPr lang="zh-TW" altLang="en-US"/>
              <a:t>上，造成預採帳</a:t>
            </a:r>
            <a:r>
              <a:rPr lang="zh-TW" altLang="en-US">
                <a:solidFill>
                  <a:srgbClr val="FF0000"/>
                </a:solidFill>
              </a:rPr>
              <a:t>多報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EC148CD2-F313-3881-0604-998FF9515A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761091"/>
            <a:ext cx="12192000" cy="2883861"/>
          </a:xfrm>
          <a:prstGeom prst="rect">
            <a:avLst/>
          </a:prstGeom>
        </p:spPr>
      </p:pic>
      <p:sp>
        <p:nvSpPr>
          <p:cNvPr id="7" name="語音泡泡: 圓角矩形 6">
            <a:extLst>
              <a:ext uri="{FF2B5EF4-FFF2-40B4-BE49-F238E27FC236}">
                <a16:creationId xmlns:a16="http://schemas.microsoft.com/office/drawing/2014/main" id="{3CCBDE06-FA11-92F9-741F-EEB56984A1FC}"/>
              </a:ext>
            </a:extLst>
          </p:cNvPr>
          <p:cNvSpPr/>
          <p:nvPr/>
        </p:nvSpPr>
        <p:spPr>
          <a:xfrm>
            <a:off x="4579952" y="5557409"/>
            <a:ext cx="2178656" cy="935466"/>
          </a:xfrm>
          <a:prstGeom prst="wedgeRoundRectCallout">
            <a:avLst>
              <a:gd name="adj1" fmla="val 41105"/>
              <a:gd name="adj2" fmla="val -80494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/>
              <a:t>部份詢單未轉正，不用報 </a:t>
            </a:r>
            <a:r>
              <a:rPr lang="en-US" altLang="zh-TW"/>
              <a:t>MOQ?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521282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圖片 7">
            <a:extLst>
              <a:ext uri="{FF2B5EF4-FFF2-40B4-BE49-F238E27FC236}">
                <a16:creationId xmlns:a16="http://schemas.microsoft.com/office/drawing/2014/main" id="{55000D96-6004-37F2-68EF-78A2D65CD9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99695"/>
            <a:ext cx="12192000" cy="2619022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4D24D450-A1C7-F352-F2BB-0731E542D6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詢單的不確定性，對預採帳的影響 </a:t>
            </a:r>
            <a:r>
              <a:rPr lang="en-US" altLang="zh-TW"/>
              <a:t>(</a:t>
            </a:r>
            <a:r>
              <a:rPr lang="zh-TW" altLang="en-US"/>
              <a:t>二</a:t>
            </a:r>
            <a:r>
              <a:rPr lang="en-US" altLang="zh-TW"/>
              <a:t>)</a:t>
            </a:r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9BF1566-6651-0CB4-AFD4-2BF53EC4A0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/>
              <a:t>詢單轉正，落在未報 </a:t>
            </a:r>
            <a:r>
              <a:rPr lang="en-US" altLang="zh-TW"/>
              <a:t>MOQ </a:t>
            </a:r>
            <a:r>
              <a:rPr lang="zh-TW" altLang="en-US"/>
              <a:t>上，造成預採帳</a:t>
            </a:r>
            <a:r>
              <a:rPr lang="zh-TW" altLang="en-US">
                <a:solidFill>
                  <a:srgbClr val="FF0000"/>
                </a:solidFill>
              </a:rPr>
              <a:t>少報</a:t>
            </a:r>
          </a:p>
        </p:txBody>
      </p:sp>
      <p:sp>
        <p:nvSpPr>
          <p:cNvPr id="6" name="語音泡泡: 圓角矩形 5">
            <a:extLst>
              <a:ext uri="{FF2B5EF4-FFF2-40B4-BE49-F238E27FC236}">
                <a16:creationId xmlns:a16="http://schemas.microsoft.com/office/drawing/2014/main" id="{2FF1A3BA-2E71-3491-3F27-F7799798C1BA}"/>
              </a:ext>
            </a:extLst>
          </p:cNvPr>
          <p:cNvSpPr/>
          <p:nvPr/>
        </p:nvSpPr>
        <p:spPr>
          <a:xfrm>
            <a:off x="4842346" y="5118717"/>
            <a:ext cx="1733384" cy="757595"/>
          </a:xfrm>
          <a:prstGeom prst="wedgeRoundRectCallout">
            <a:avLst>
              <a:gd name="adj1" fmla="val 40740"/>
              <a:gd name="adj2" fmla="val -93244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/>
              <a:t>該產生未產生 </a:t>
            </a:r>
            <a:r>
              <a:rPr lang="en-US" altLang="zh-TW"/>
              <a:t>MOQ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9989564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80170C4-A444-534D-33C3-81403BFECD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9A73F3E-9CAC-D69B-013C-C583F24D0E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zh-TW" altLang="en-US" sz="4000">
                <a:solidFill>
                  <a:srgbClr val="FFFFFF"/>
                </a:solidFill>
              </a:rPr>
              <a:t>背景</a:t>
            </a:r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60579B2E-7BE7-EAF9-1724-01564BCF35AD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3"/>
          <a:stretch>
            <a:fillRect/>
          </a:stretch>
        </p:blipFill>
        <p:spPr>
          <a:xfrm>
            <a:off x="-33338" y="2549525"/>
            <a:ext cx="12225338" cy="3389313"/>
          </a:xfrm>
          <a:prstGeom prst="rect">
            <a:avLst/>
          </a:prstGeom>
        </p:spPr>
      </p:pic>
      <p:sp>
        <p:nvSpPr>
          <p:cNvPr id="3" name="標題 1">
            <a:extLst>
              <a:ext uri="{FF2B5EF4-FFF2-40B4-BE49-F238E27FC236}">
                <a16:creationId xmlns:a16="http://schemas.microsoft.com/office/drawing/2014/main" id="{EE20E4DC-618C-030A-73B8-DF3CE3EEF710}"/>
              </a:ext>
            </a:extLst>
          </p:cNvPr>
          <p:cNvSpPr txBox="1">
            <a:spLocks/>
          </p:cNvSpPr>
          <p:nvPr/>
        </p:nvSpPr>
        <p:spPr>
          <a:xfrm>
            <a:off x="990600" y="5175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>
                <a:solidFill>
                  <a:schemeClr val="bg1">
                    <a:lumMod val="50000"/>
                  </a:schemeClr>
                </a:solidFill>
              </a:rPr>
              <a:t>補充資料</a:t>
            </a:r>
            <a:r>
              <a:rPr lang="en-US" altLang="zh-TW">
                <a:solidFill>
                  <a:schemeClr val="bg1">
                    <a:lumMod val="50000"/>
                  </a:schemeClr>
                </a:solidFill>
              </a:rPr>
              <a:t>: MCR-1 </a:t>
            </a:r>
            <a:r>
              <a:rPr lang="zh-TW" altLang="en-US">
                <a:solidFill>
                  <a:schemeClr val="bg1">
                    <a:lumMod val="50000"/>
                  </a:schemeClr>
                </a:solidFill>
              </a:rPr>
              <a:t>布件</a:t>
            </a:r>
          </a:p>
        </p:txBody>
      </p:sp>
    </p:spTree>
    <p:extLst>
      <p:ext uri="{BB962C8B-B14F-4D97-AF65-F5344CB8AC3E}">
        <p14:creationId xmlns:p14="http://schemas.microsoft.com/office/powerpoint/2010/main" val="172658816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C4FCD53-C3B1-E919-EB14-0632E9C6D2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solidFill>
                  <a:schemeClr val="bg1">
                    <a:lumMod val="50000"/>
                  </a:schemeClr>
                </a:solidFill>
              </a:rPr>
              <a:t>補充資料</a:t>
            </a:r>
            <a:r>
              <a:rPr lang="en-US" altLang="zh-TW">
                <a:solidFill>
                  <a:schemeClr val="bg1">
                    <a:lumMod val="50000"/>
                  </a:schemeClr>
                </a:solidFill>
              </a:rPr>
              <a:t>: MCR-2 </a:t>
            </a:r>
            <a:r>
              <a:rPr lang="zh-TW" altLang="en-US">
                <a:solidFill>
                  <a:schemeClr val="bg1">
                    <a:lumMod val="50000"/>
                  </a:schemeClr>
                </a:solidFill>
              </a:rPr>
              <a:t>金屬件</a:t>
            </a:r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4A6636F7-1EAE-4C9F-1102-64C8ABF8196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2201148"/>
            <a:ext cx="12192001" cy="3881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984759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DC419D-96D8-407E-6BD6-5494C820FA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E52722C-F76D-E497-4CBF-CB298D1F4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4000">
                <a:ea typeface="新細明體"/>
              </a:rPr>
              <a:t>案例分析說明 </a:t>
            </a:r>
            <a:br>
              <a:rPr lang="en-US" altLang="zh-TW" sz="4000">
                <a:solidFill>
                  <a:srgbClr val="C00000"/>
                </a:solidFill>
                <a:ea typeface="新細明體"/>
              </a:rPr>
            </a:br>
            <a:r>
              <a:rPr lang="zh-TW" altLang="en-US" sz="4000">
                <a:solidFill>
                  <a:srgbClr val="C00000"/>
                </a:solidFill>
                <a:ea typeface="新細明體"/>
              </a:rPr>
              <a:t>應產生未產生 </a:t>
            </a:r>
            <a:r>
              <a:rPr lang="en-US" altLang="zh-TW" sz="4000">
                <a:solidFill>
                  <a:srgbClr val="C00000"/>
                </a:solidFill>
                <a:ea typeface="新細明體"/>
              </a:rPr>
              <a:t>MOQ</a:t>
            </a:r>
            <a:r>
              <a:rPr lang="zh-TW" altLang="en-US" sz="4000">
                <a:solidFill>
                  <a:srgbClr val="C00000"/>
                </a:solidFill>
                <a:ea typeface="新細明體"/>
              </a:rPr>
              <a:t>／</a:t>
            </a:r>
            <a:r>
              <a:rPr lang="en-US" altLang="zh-TW" sz="4000">
                <a:solidFill>
                  <a:srgbClr val="C00000"/>
                </a:solidFill>
                <a:ea typeface="新細明體"/>
              </a:rPr>
              <a:t>XJ</a:t>
            </a:r>
            <a:r>
              <a:rPr lang="zh-TW" altLang="en-US" sz="4000">
                <a:solidFill>
                  <a:srgbClr val="C00000"/>
                </a:solidFill>
                <a:ea typeface="新細明體"/>
              </a:rPr>
              <a:t> 預採帳 </a:t>
            </a:r>
            <a:r>
              <a:rPr lang="en-US" altLang="zh-TW" sz="4000">
                <a:solidFill>
                  <a:srgbClr val="C00000"/>
                </a:solidFill>
                <a:ea typeface="新細明體"/>
              </a:rPr>
              <a:t>?????</a:t>
            </a:r>
            <a:r>
              <a:rPr lang="zh-TW" altLang="en-US" sz="4000">
                <a:solidFill>
                  <a:srgbClr val="C00000"/>
                </a:solidFill>
                <a:ea typeface="新細明體"/>
              </a:rPr>
              <a:t> </a:t>
            </a:r>
            <a:endParaRPr lang="en-US" altLang="zh-TW" sz="4000">
              <a:solidFill>
                <a:srgbClr val="C00000"/>
              </a:solidFill>
              <a:ea typeface="新細明體"/>
            </a:endParaRP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60B0F33A-B618-D039-906B-4AF0C3A1C9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lvl="1" indent="-457200">
              <a:buFont typeface="+mj-lt"/>
              <a:buAutoNum type="arabicPeriod"/>
            </a:pPr>
            <a:r>
              <a:rPr lang="en-US" altLang="zh-TW"/>
              <a:t>MOQ/</a:t>
            </a:r>
            <a:r>
              <a:rPr lang="zh-TW" altLang="en-US"/>
              <a:t> </a:t>
            </a:r>
            <a:r>
              <a:rPr lang="en-US" altLang="zh-TW"/>
              <a:t>XJ</a:t>
            </a:r>
            <a:r>
              <a:rPr lang="zh-TW" altLang="en-US"/>
              <a:t> 單</a:t>
            </a:r>
            <a:r>
              <a:rPr lang="zh-TW" altLang="en-US">
                <a:solidFill>
                  <a:srgbClr val="FF0000"/>
                </a:solidFill>
              </a:rPr>
              <a:t>零單價</a:t>
            </a:r>
            <a:r>
              <a:rPr lang="zh-TW" altLang="en-US"/>
              <a:t>未產生 </a:t>
            </a:r>
            <a:r>
              <a:rPr lang="en-US" altLang="zh-TW"/>
              <a:t>XQ</a:t>
            </a:r>
            <a:r>
              <a:rPr lang="zh-TW" altLang="en-US"/>
              <a:t> 單 </a:t>
            </a:r>
            <a:r>
              <a:rPr lang="en-US" altLang="zh-TW"/>
              <a:t>(</a:t>
            </a:r>
            <a:r>
              <a:rPr lang="zh-TW" altLang="en-US"/>
              <a:t>預採帳</a:t>
            </a:r>
            <a:r>
              <a:rPr lang="en-US" altLang="zh-TW"/>
              <a:t>)</a:t>
            </a:r>
            <a:r>
              <a:rPr lang="zh-TW" altLang="en-US"/>
              <a:t>。</a:t>
            </a:r>
            <a:endParaRPr lang="en-US" altLang="zh-TW"/>
          </a:p>
          <a:p>
            <a:pPr marL="457200" lvl="1" indent="-457200">
              <a:buFont typeface="+mj-lt"/>
              <a:buAutoNum type="arabicPeriod"/>
            </a:pPr>
            <a:r>
              <a:rPr lang="zh-TW" altLang="en-US"/>
              <a:t>訂單進版未記錄進版前詢單單號，以為詢單未轉正 </a:t>
            </a:r>
            <a:r>
              <a:rPr lang="en-US" altLang="zh-TW"/>
              <a:t>(</a:t>
            </a:r>
            <a:r>
              <a:rPr lang="zh-TW" altLang="en-US"/>
              <a:t>已修復</a:t>
            </a:r>
            <a:endParaRPr lang="en-US" altLang="zh-TW"/>
          </a:p>
          <a:p>
            <a:pPr marL="457200" lvl="1" indent="-457200">
              <a:buFont typeface="+mj-lt"/>
              <a:buAutoNum type="arabicPeriod"/>
            </a:pPr>
            <a:r>
              <a:rPr lang="en-US" altLang="zh-TW"/>
              <a:t>XJ</a:t>
            </a:r>
            <a:r>
              <a:rPr lang="zh-TW" altLang="en-US"/>
              <a:t> 的 </a:t>
            </a:r>
            <a:r>
              <a:rPr lang="en-US" altLang="zh-TW"/>
              <a:t>XQ</a:t>
            </a:r>
            <a:r>
              <a:rPr lang="zh-TW" altLang="en-US"/>
              <a:t> </a:t>
            </a:r>
            <a:r>
              <a:rPr lang="zh-TW" altLang="en-US">
                <a:solidFill>
                  <a:srgbClr val="FF0000"/>
                </a:solidFill>
              </a:rPr>
              <a:t>產生日期</a:t>
            </a:r>
            <a:r>
              <a:rPr lang="zh-TW" altLang="en-US"/>
              <a:t>，是用 </a:t>
            </a:r>
            <a:r>
              <a:rPr lang="en-US" altLang="zh-TW"/>
              <a:t>XJ</a:t>
            </a:r>
            <a:r>
              <a:rPr lang="zh-TW" altLang="en-US"/>
              <a:t> 訂單上的確認日期，例如：訂單是 </a:t>
            </a:r>
            <a:r>
              <a:rPr lang="en-US" altLang="zh-TW"/>
              <a:t>202506</a:t>
            </a:r>
            <a:r>
              <a:rPr lang="zh-TW" altLang="en-US"/>
              <a:t> 確認，但</a:t>
            </a:r>
            <a:r>
              <a:rPr lang="en-US" altLang="zh-TW"/>
              <a:t>202509</a:t>
            </a:r>
            <a:r>
              <a:rPr lang="zh-TW" altLang="en-US"/>
              <a:t> 取消，於 </a:t>
            </a:r>
            <a:r>
              <a:rPr lang="en-US" altLang="zh-TW"/>
              <a:t>202509</a:t>
            </a:r>
            <a:r>
              <a:rPr lang="zh-TW" altLang="en-US"/>
              <a:t>月結時，誤以為此訂單取消為 </a:t>
            </a:r>
            <a:r>
              <a:rPr lang="en-US" altLang="zh-TW"/>
              <a:t>202506</a:t>
            </a:r>
            <a:r>
              <a:rPr lang="zh-TW" altLang="en-US"/>
              <a:t>，故未抓取產生。 程式已修復為 </a:t>
            </a:r>
            <a:r>
              <a:rPr lang="en-US" altLang="zh-TW"/>
              <a:t>XJ</a:t>
            </a:r>
            <a:r>
              <a:rPr lang="zh-TW" altLang="en-US"/>
              <a:t> 單上的業務確認日期。</a:t>
            </a:r>
            <a:r>
              <a:rPr lang="en-US" altLang="zh-TW"/>
              <a:t>(</a:t>
            </a:r>
            <a:r>
              <a:rPr lang="zh-TW" altLang="en-US"/>
              <a:t>已修復</a:t>
            </a:r>
            <a:r>
              <a:rPr lang="en-US" altLang="zh-TW"/>
              <a:t>)</a:t>
            </a:r>
          </a:p>
          <a:p>
            <a:pPr marL="457200" lvl="1" indent="-457200">
              <a:buFont typeface="+mj-lt"/>
              <a:buAutoNum type="arabicPeriod"/>
            </a:pPr>
            <a:r>
              <a:rPr lang="en-US" altLang="zh-TW"/>
              <a:t>MOQ</a:t>
            </a:r>
            <a:r>
              <a:rPr lang="zh-TW" altLang="en-US"/>
              <a:t> 的 </a:t>
            </a:r>
            <a:r>
              <a:rPr lang="en-US" altLang="zh-TW"/>
              <a:t>XQ</a:t>
            </a:r>
            <a:r>
              <a:rPr lang="zh-TW" altLang="en-US"/>
              <a:t> 產生日期，是抓詢單上訂單的確認日期，例如：</a:t>
            </a:r>
            <a:r>
              <a:rPr lang="en-US" altLang="zh-TW"/>
              <a:t>202512</a:t>
            </a:r>
            <a:r>
              <a:rPr lang="zh-TW" altLang="en-US"/>
              <a:t> 月加量，原訂單是 </a:t>
            </a:r>
            <a:r>
              <a:rPr lang="en-US" altLang="zh-TW"/>
              <a:t>202507</a:t>
            </a:r>
            <a:r>
              <a:rPr lang="zh-TW" altLang="en-US"/>
              <a:t>，故 </a:t>
            </a:r>
            <a:r>
              <a:rPr lang="en-US" altLang="zh-TW"/>
              <a:t>202512</a:t>
            </a:r>
            <a:r>
              <a:rPr lang="zh-TW" altLang="en-US"/>
              <a:t> 月結，不會產生此 </a:t>
            </a:r>
            <a:r>
              <a:rPr lang="en-US" altLang="zh-TW"/>
              <a:t>XQ</a:t>
            </a:r>
            <a:r>
              <a:rPr lang="zh-TW" altLang="en-US"/>
              <a:t> 單。</a:t>
            </a:r>
            <a:r>
              <a:rPr lang="en-US" altLang="zh-TW"/>
              <a:t>(</a:t>
            </a:r>
            <a:r>
              <a:rPr lang="zh-TW" altLang="en-US"/>
              <a:t>已修復</a:t>
            </a:r>
            <a:r>
              <a:rPr lang="en-US" altLang="zh-TW"/>
              <a:t>)</a:t>
            </a:r>
          </a:p>
          <a:p>
            <a:pPr marL="457200" lvl="1" indent="-457200">
              <a:buFont typeface="+mj-lt"/>
              <a:buAutoNum type="arabicPeriod"/>
            </a:pPr>
            <a:r>
              <a:rPr lang="zh-TW" altLang="en-US"/>
              <a:t>影響金額：</a:t>
            </a:r>
            <a:r>
              <a:rPr lang="en-US" altLang="zh-TW"/>
              <a:t>MOQ</a:t>
            </a:r>
            <a:r>
              <a:rPr lang="zh-TW" altLang="en-US"/>
              <a:t> 約 </a:t>
            </a:r>
            <a:r>
              <a:rPr lang="en-US" altLang="zh-TW"/>
              <a:t>USD</a:t>
            </a:r>
            <a:r>
              <a:rPr lang="zh-TW" altLang="en-US"/>
              <a:t> </a:t>
            </a:r>
            <a:r>
              <a:rPr lang="en-US" altLang="zh-TW"/>
              <a:t>120,000</a:t>
            </a:r>
            <a:r>
              <a:rPr lang="zh-TW" altLang="en-US"/>
              <a:t>，</a:t>
            </a:r>
            <a:r>
              <a:rPr lang="en-US" altLang="zh-TW"/>
              <a:t>XJ</a:t>
            </a:r>
            <a:r>
              <a:rPr lang="zh-TW" altLang="en-US"/>
              <a:t> 約 </a:t>
            </a:r>
            <a:r>
              <a:rPr lang="en-US" altLang="zh-TW"/>
              <a:t>75,150</a:t>
            </a:r>
          </a:p>
        </p:txBody>
      </p:sp>
    </p:spTree>
    <p:extLst>
      <p:ext uri="{BB962C8B-B14F-4D97-AF65-F5344CB8AC3E}">
        <p14:creationId xmlns:p14="http://schemas.microsoft.com/office/powerpoint/2010/main" val="1152464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文件" ma:contentTypeID="0x0101001E932B92ED76C8449CDA62695A7C2944" ma:contentTypeVersion="14" ma:contentTypeDescription="建立新的文件。" ma:contentTypeScope="" ma:versionID="b12491fcf88f9eacdc0f1efc4b91f869">
  <xsd:schema xmlns:xsd="http://www.w3.org/2001/XMLSchema" xmlns:xs="http://www.w3.org/2001/XMLSchema" xmlns:p="http://schemas.microsoft.com/office/2006/metadata/properties" xmlns:ns2="7e33fa31-02da-44e4-816d-af01320125eb" xmlns:ns3="7298767c-58d1-4415-9ec5-59f5f2b8349e" targetNamespace="http://schemas.microsoft.com/office/2006/metadata/properties" ma:root="true" ma:fieldsID="610911a4c18cd2a9e25a17fdc57cbb79" ns2:_="" ns3:_="">
    <xsd:import namespace="7e33fa31-02da-44e4-816d-af01320125eb"/>
    <xsd:import namespace="7298767c-58d1-4415-9ec5-59f5f2b8349e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DateTaken" minOccurs="0"/>
                <xsd:element ref="ns3:MediaLengthInSeconds" minOccurs="0"/>
                <xsd:element ref="ns3:lcf76f155ced4ddcb4097134ff3c332f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Location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e33fa31-02da-44e4-816d-af01320125eb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共用對象: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共用詳細資料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298767c-58d1-4415-9ec5-59f5f2b8349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影像標籤" ma:readOnly="false" ma:fieldId="{5cf76f15-5ced-4ddc-b409-7134ff3c332f}" ma:taxonomyMulti="true" ma:sspId="79ec5483-5271-446b-8e49-8f0a5be310d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內容類型"/>
        <xsd:element ref="dc:title" minOccurs="0" maxOccurs="1" ma:index="4" ma:displayName="標題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298767c-58d1-4415-9ec5-59f5f2b8349e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ED965997-010C-4C03-80A0-346E79517318}"/>
</file>

<file path=customXml/itemProps2.xml><?xml version="1.0" encoding="utf-8"?>
<ds:datastoreItem xmlns:ds="http://schemas.openxmlformats.org/officeDocument/2006/customXml" ds:itemID="{A8EDB5A1-81E1-4092-BB24-8D94CE470E80}"/>
</file>

<file path=customXml/itemProps3.xml><?xml version="1.0" encoding="utf-8"?>
<ds:datastoreItem xmlns:ds="http://schemas.openxmlformats.org/officeDocument/2006/customXml" ds:itemID="{7E104020-2C51-492A-BF69-3461EAC60CFD}"/>
</file>

<file path=docMetadata/LabelInfo.xml><?xml version="1.0" encoding="utf-8"?>
<clbl:labelList xmlns:clbl="http://schemas.microsoft.com/office/2020/mipLabelMetadata">
  <clbl:label id="{d5c5379f-bd82-4962-9571-27ec5e044409}" enabled="1" method="Standard" siteId="{71e18682-eb13-4225-a121-dbaa52d8a5e0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22</Slides>
  <Notes>3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3" baseType="lpstr">
      <vt:lpstr>Office 佈景主題</vt:lpstr>
      <vt:lpstr>預採帳/Customer Liability分析-MOQ</vt:lpstr>
      <vt:lpstr>議程</vt:lpstr>
      <vt:lpstr>背景, 目的與行動計畫摘要-WBS MOQ本日分析目標 1.7M RMB  (抓大放小 20000 RMB)</vt:lpstr>
      <vt:lpstr>預採帳MOQ分析對應摘要-流程差異</vt:lpstr>
      <vt:lpstr>預採帳MOQ分析對應摘要-差距有對上 三大主因: MOQ漏轉入/BOM程式超轉出/無單價 ~1.7M RMB  (抓大放小 3000 USD)</vt:lpstr>
      <vt:lpstr>案例分析說明  補 MOQ 未轉入預採帳</vt:lpstr>
      <vt:lpstr>案例分析說明  補MOQ未轉入預採帳</vt:lpstr>
      <vt:lpstr>案例分析說明  補XJ 未轉入預採帳</vt:lpstr>
      <vt:lpstr>PowerPoint Presentation</vt:lpstr>
      <vt:lpstr>案例分析說明 超轉出 1.使用理論庫存扣用預採帳 </vt:lpstr>
      <vt:lpstr>案例分析說明  超轉出 2.MCN 新舊料差異</vt:lpstr>
      <vt:lpstr>案例分析說明  超轉出 3.補 “不報MOQ” 時超轉出</vt:lpstr>
      <vt:lpstr>案例分析說明  超轉出 4.C 類預採未比對型號</vt:lpstr>
      <vt:lpstr>案例分析說明  超轉出 5.其他原因 </vt:lpstr>
      <vt:lpstr>預採帳進度與後續工作 (Carol &amp; Miles)</vt:lpstr>
      <vt:lpstr>Liability ONE 作法說明</vt:lpstr>
      <vt:lpstr>產生 XQ 單及詢單轉正扣用</vt:lpstr>
      <vt:lpstr>詢單的不確定性，對預採帳的影響 (一)</vt:lpstr>
      <vt:lpstr>詢單的不確定性，對預採帳的影響 (二)</vt:lpstr>
      <vt:lpstr>背景</vt:lpstr>
      <vt:lpstr>補充資料: MCR-2 金屬件</vt:lpstr>
      <vt:lpstr>案例分析說明  應產生未產生 MOQ／XJ 預採帳 ?????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Miles Chen</dc:creator>
  <cp:revision>1</cp:revision>
  <dcterms:created xsi:type="dcterms:W3CDTF">2026-04-15T05:50:10Z</dcterms:created>
  <dcterms:modified xsi:type="dcterms:W3CDTF">2026-04-16T03:25:56Z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0x0101001E932B92ED76C8449CDA62695A7C2944</vt:lpwstr>
  </property>
</Properties>
</file>